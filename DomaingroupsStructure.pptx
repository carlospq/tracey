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8999538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B93"/>
    <a:srgbClr val="0F9ED5"/>
    <a:srgbClr val="196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7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B3B9EA-3E59-4765-B038-5E3035B9F5F9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EBF3E981-89D4-4231-A066-392812F413F6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800" dirty="0" err="1"/>
            <a:t>Qa</a:t>
          </a:r>
          <a:endParaRPr lang="en-CH" sz="1800" dirty="0"/>
        </a:p>
      </dgm:t>
    </dgm:pt>
    <dgm:pt modelId="{066D0DFC-2EE3-49E7-8007-E688F4751E82}" type="parTrans" cxnId="{277FF676-9EF9-4EBF-B06D-7AB73323F280}">
      <dgm:prSet/>
      <dgm:spPr/>
      <dgm:t>
        <a:bodyPr/>
        <a:lstStyle/>
        <a:p>
          <a:endParaRPr lang="en-GB"/>
        </a:p>
      </dgm:t>
    </dgm:pt>
    <dgm:pt modelId="{6A76D2BE-1D1C-49B1-A9FA-8A939FB9EE2C}" type="sibTrans" cxnId="{277FF676-9EF9-4EBF-B06D-7AB73323F280}">
      <dgm:prSet/>
      <dgm:spPr/>
      <dgm:t>
        <a:bodyPr/>
        <a:lstStyle/>
        <a:p>
          <a:endParaRPr lang="en-GB"/>
        </a:p>
      </dgm:t>
    </dgm:pt>
    <dgm:pt modelId="{0C3F9659-34B7-4D99-9D98-BE6BAD6FE90B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600" dirty="0" err="1"/>
            <a:t>Qa.I</a:t>
          </a:r>
          <a:endParaRPr lang="en-CH" sz="1600" dirty="0"/>
        </a:p>
      </dgm:t>
    </dgm:pt>
    <dgm:pt modelId="{DF458B20-58F6-43E2-8A52-D104A28AA03C}" type="parTrans" cxnId="{3B74D739-5240-4AF0-8275-75AA60B525D2}">
      <dgm:prSet/>
      <dgm:spPr/>
      <dgm:t>
        <a:bodyPr/>
        <a:lstStyle/>
        <a:p>
          <a:endParaRPr lang="en-GB"/>
        </a:p>
      </dgm:t>
    </dgm:pt>
    <dgm:pt modelId="{E2782470-6DFE-4AC6-9011-909883E5069B}" type="sibTrans" cxnId="{3B74D739-5240-4AF0-8275-75AA60B525D2}">
      <dgm:prSet/>
      <dgm:spPr/>
      <dgm:t>
        <a:bodyPr/>
        <a:lstStyle/>
        <a:p>
          <a:endParaRPr lang="en-GB"/>
        </a:p>
      </dgm:t>
    </dgm:pt>
    <dgm:pt modelId="{DADBD429-DBAA-4440-A088-9612B25F7001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000" dirty="0"/>
            <a:t>Qa.I.Ufe1</a:t>
          </a:r>
          <a:endParaRPr lang="en-CH" sz="1000" dirty="0"/>
        </a:p>
      </dgm:t>
    </dgm:pt>
    <dgm:pt modelId="{2E29462C-8671-4C04-8667-E46FC4FD5A75}" type="parTrans" cxnId="{92108E02-4A17-4DD5-A448-851855899360}">
      <dgm:prSet/>
      <dgm:spPr/>
      <dgm:t>
        <a:bodyPr/>
        <a:lstStyle/>
        <a:p>
          <a:endParaRPr lang="en-GB"/>
        </a:p>
      </dgm:t>
    </dgm:pt>
    <dgm:pt modelId="{B9E4C4C9-2937-4F05-A324-016526F63B4F}" type="sibTrans" cxnId="{92108E02-4A17-4DD5-A448-851855899360}">
      <dgm:prSet/>
      <dgm:spPr/>
      <dgm:t>
        <a:bodyPr/>
        <a:lstStyle/>
        <a:p>
          <a:endParaRPr lang="en-GB"/>
        </a:p>
      </dgm:t>
    </dgm:pt>
    <dgm:pt modelId="{C7C566B0-D630-4B9C-BECB-41C7C415616D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000" dirty="0"/>
            <a:t>Qa.I.Syx18</a:t>
          </a:r>
          <a:endParaRPr lang="en-CH" sz="1000" dirty="0"/>
        </a:p>
      </dgm:t>
    </dgm:pt>
    <dgm:pt modelId="{5C00F6A0-6869-46F7-AD6E-281440E27690}" type="parTrans" cxnId="{FE1795EF-E929-49C9-AEB0-73352CC0B001}">
      <dgm:prSet/>
      <dgm:spPr/>
      <dgm:t>
        <a:bodyPr/>
        <a:lstStyle/>
        <a:p>
          <a:endParaRPr lang="en-GB"/>
        </a:p>
      </dgm:t>
    </dgm:pt>
    <dgm:pt modelId="{A05EFCC2-787F-41EA-979E-D9BF27B07DF3}" type="sibTrans" cxnId="{FE1795EF-E929-49C9-AEB0-73352CC0B001}">
      <dgm:prSet/>
      <dgm:spPr/>
      <dgm:t>
        <a:bodyPr/>
        <a:lstStyle/>
        <a:p>
          <a:endParaRPr lang="en-GB"/>
        </a:p>
      </dgm:t>
    </dgm:pt>
    <dgm:pt modelId="{03695D00-E2E0-42FA-A11F-D085B93A493D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000" dirty="0"/>
            <a:t>Qa.I.Syx18.Metazoa</a:t>
          </a:r>
          <a:endParaRPr lang="en-CH" sz="1000" dirty="0"/>
        </a:p>
      </dgm:t>
    </dgm:pt>
    <dgm:pt modelId="{1A421E7D-3058-4B60-A2D9-130394A1F5A5}" type="parTrans" cxnId="{C31DDA34-0076-4DC5-9136-292B0008993A}">
      <dgm:prSet/>
      <dgm:spPr/>
      <dgm:t>
        <a:bodyPr/>
        <a:lstStyle/>
        <a:p>
          <a:endParaRPr lang="en-GB"/>
        </a:p>
      </dgm:t>
    </dgm:pt>
    <dgm:pt modelId="{C984BE7C-E7CA-4D7C-9811-96D5E87F4799}" type="sibTrans" cxnId="{C31DDA34-0076-4DC5-9136-292B0008993A}">
      <dgm:prSet/>
      <dgm:spPr/>
      <dgm:t>
        <a:bodyPr/>
        <a:lstStyle/>
        <a:p>
          <a:endParaRPr lang="en-GB"/>
        </a:p>
      </dgm:t>
    </dgm:pt>
    <dgm:pt modelId="{BD69F49E-D28C-4BF8-926F-18319B1B4DFF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000" dirty="0"/>
            <a:t>Qa.I.Syx18.SAR</a:t>
          </a:r>
          <a:endParaRPr lang="en-CH" sz="1000" dirty="0"/>
        </a:p>
      </dgm:t>
    </dgm:pt>
    <dgm:pt modelId="{25D4773D-76BA-4491-90C0-5A43A06B69DD}" type="parTrans" cxnId="{CD986A81-94BA-4CB9-9511-B29059DD3E61}">
      <dgm:prSet/>
      <dgm:spPr/>
      <dgm:t>
        <a:bodyPr/>
        <a:lstStyle/>
        <a:p>
          <a:endParaRPr lang="en-GB"/>
        </a:p>
      </dgm:t>
    </dgm:pt>
    <dgm:pt modelId="{93AA0790-D241-4DB4-81D3-8DFF98EA3764}" type="sibTrans" cxnId="{CD986A81-94BA-4CB9-9511-B29059DD3E61}">
      <dgm:prSet/>
      <dgm:spPr/>
      <dgm:t>
        <a:bodyPr/>
        <a:lstStyle/>
        <a:p>
          <a:endParaRPr lang="en-GB"/>
        </a:p>
      </dgm:t>
    </dgm:pt>
    <dgm:pt modelId="{01E15446-EF34-4BBB-9553-B6BCA729118A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000" dirty="0"/>
            <a:t>Qa.I.Syx18.Viridiplantae</a:t>
          </a:r>
          <a:endParaRPr lang="en-CH" sz="1000" dirty="0"/>
        </a:p>
      </dgm:t>
    </dgm:pt>
    <dgm:pt modelId="{8E55254F-0E51-49C6-8971-F53E4EF5B163}" type="parTrans" cxnId="{59394767-E869-4BE9-9B72-8FF3F5002735}">
      <dgm:prSet/>
      <dgm:spPr/>
      <dgm:t>
        <a:bodyPr/>
        <a:lstStyle/>
        <a:p>
          <a:endParaRPr lang="en-GB"/>
        </a:p>
      </dgm:t>
    </dgm:pt>
    <dgm:pt modelId="{069EB819-58F3-46C3-BFEC-CCDE977C9265}" type="sibTrans" cxnId="{59394767-E869-4BE9-9B72-8FF3F5002735}">
      <dgm:prSet/>
      <dgm:spPr/>
      <dgm:t>
        <a:bodyPr/>
        <a:lstStyle/>
        <a:p>
          <a:endParaRPr lang="en-GB"/>
        </a:p>
      </dgm:t>
    </dgm:pt>
    <dgm:pt modelId="{41288682-29AD-4943-B18A-C4FD955836C5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600" dirty="0" err="1"/>
            <a:t>Qa.II</a:t>
          </a:r>
          <a:endParaRPr lang="en-CH" sz="1600" dirty="0"/>
        </a:p>
      </dgm:t>
    </dgm:pt>
    <dgm:pt modelId="{BE29B2C4-BA28-4F0B-9207-427084786516}" type="parTrans" cxnId="{FDFBC67C-D334-4A04-AE17-24449D732B96}">
      <dgm:prSet/>
      <dgm:spPr/>
      <dgm:t>
        <a:bodyPr/>
        <a:lstStyle/>
        <a:p>
          <a:endParaRPr lang="en-GB"/>
        </a:p>
      </dgm:t>
    </dgm:pt>
    <dgm:pt modelId="{5513471A-E33C-4B02-B8C9-2989B7D44760}" type="sibTrans" cxnId="{FDFBC67C-D334-4A04-AE17-24449D732B96}">
      <dgm:prSet/>
      <dgm:spPr/>
      <dgm:t>
        <a:bodyPr/>
        <a:lstStyle/>
        <a:p>
          <a:endParaRPr lang="en-GB"/>
        </a:p>
      </dgm:t>
    </dgm:pt>
    <dgm:pt modelId="{05E6F152-D887-4485-A012-648951F6EDEB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600" dirty="0" err="1"/>
            <a:t>Qa.III</a:t>
          </a:r>
          <a:endParaRPr lang="en-CH" sz="1600" dirty="0"/>
        </a:p>
      </dgm:t>
    </dgm:pt>
    <dgm:pt modelId="{5DF4E4F6-1AB8-4AFA-9941-494A5DCE2003}" type="parTrans" cxnId="{F7E69E49-9BAE-4018-BE23-7DB73777341F}">
      <dgm:prSet/>
      <dgm:spPr/>
      <dgm:t>
        <a:bodyPr/>
        <a:lstStyle/>
        <a:p>
          <a:endParaRPr lang="en-GB"/>
        </a:p>
      </dgm:t>
    </dgm:pt>
    <dgm:pt modelId="{7E07B7A0-0E0C-4980-9A52-74B71220B6B1}" type="sibTrans" cxnId="{F7E69E49-9BAE-4018-BE23-7DB73777341F}">
      <dgm:prSet/>
      <dgm:spPr/>
      <dgm:t>
        <a:bodyPr/>
        <a:lstStyle/>
        <a:p>
          <a:endParaRPr lang="en-GB"/>
        </a:p>
      </dgm:t>
    </dgm:pt>
    <dgm:pt modelId="{4426B836-D9FD-4689-9316-93204E3E93EB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800" dirty="0" err="1"/>
            <a:t>Qb</a:t>
          </a:r>
          <a:endParaRPr lang="en-CH" sz="1800" dirty="0"/>
        </a:p>
      </dgm:t>
    </dgm:pt>
    <dgm:pt modelId="{776B8D7F-AF72-4516-87B2-A8E66C211D38}" type="parTrans" cxnId="{42DDAABF-AC42-44CF-8CD2-7B6D2C28DEBA}">
      <dgm:prSet/>
      <dgm:spPr/>
      <dgm:t>
        <a:bodyPr/>
        <a:lstStyle/>
        <a:p>
          <a:endParaRPr lang="en-GB"/>
        </a:p>
      </dgm:t>
    </dgm:pt>
    <dgm:pt modelId="{E0BFA8DE-A547-4BA4-82BD-CDB2A2D9FA84}" type="sibTrans" cxnId="{42DDAABF-AC42-44CF-8CD2-7B6D2C28DEBA}">
      <dgm:prSet/>
      <dgm:spPr/>
      <dgm:t>
        <a:bodyPr/>
        <a:lstStyle/>
        <a:p>
          <a:endParaRPr lang="en-GB"/>
        </a:p>
      </dgm:t>
    </dgm:pt>
    <dgm:pt modelId="{7C8DA967-1901-4C39-B6EC-2778C1A79732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600" dirty="0" err="1"/>
            <a:t>Qb.I</a:t>
          </a:r>
          <a:endParaRPr lang="en-CH" sz="1600" dirty="0"/>
        </a:p>
      </dgm:t>
    </dgm:pt>
    <dgm:pt modelId="{C50490DC-6AFE-4AE3-8298-64C7E8938F08}" type="parTrans" cxnId="{C2864BD3-742C-47A8-8FAF-57B46A882A7D}">
      <dgm:prSet/>
      <dgm:spPr/>
      <dgm:t>
        <a:bodyPr/>
        <a:lstStyle/>
        <a:p>
          <a:endParaRPr lang="en-GB"/>
        </a:p>
      </dgm:t>
    </dgm:pt>
    <dgm:pt modelId="{FFB82532-5434-41F5-AA9F-25D9D3335749}" type="sibTrans" cxnId="{C2864BD3-742C-47A8-8FAF-57B46A882A7D}">
      <dgm:prSet/>
      <dgm:spPr/>
      <dgm:t>
        <a:bodyPr/>
        <a:lstStyle/>
        <a:p>
          <a:endParaRPr lang="en-GB"/>
        </a:p>
      </dgm:t>
    </dgm:pt>
    <dgm:pt modelId="{56AA101D-50F9-44C5-BD4D-EE697BDF6937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000" dirty="0" err="1"/>
            <a:t>Qb.I.Metazoa</a:t>
          </a:r>
          <a:endParaRPr lang="en-CH" sz="1000" dirty="0"/>
        </a:p>
      </dgm:t>
    </dgm:pt>
    <dgm:pt modelId="{BFF3039B-D03A-42E2-9D15-8525EBD67523}" type="parTrans" cxnId="{615DABB2-084B-454D-B77B-24FF2BB30B32}">
      <dgm:prSet/>
      <dgm:spPr/>
      <dgm:t>
        <a:bodyPr/>
        <a:lstStyle/>
        <a:p>
          <a:endParaRPr lang="en-GB"/>
        </a:p>
      </dgm:t>
    </dgm:pt>
    <dgm:pt modelId="{AD1AA0F6-901A-47CC-81A2-F2402EAE32BD}" type="sibTrans" cxnId="{615DABB2-084B-454D-B77B-24FF2BB30B32}">
      <dgm:prSet/>
      <dgm:spPr/>
      <dgm:t>
        <a:bodyPr/>
        <a:lstStyle/>
        <a:p>
          <a:endParaRPr lang="en-GB"/>
        </a:p>
      </dgm:t>
    </dgm:pt>
    <dgm:pt modelId="{0681A442-2F0A-42BC-ADE2-EACEE4DA077B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000" dirty="0" err="1"/>
            <a:t>Qb.I.Viridiplantae</a:t>
          </a:r>
          <a:endParaRPr lang="en-CH" sz="1000" dirty="0"/>
        </a:p>
      </dgm:t>
    </dgm:pt>
    <dgm:pt modelId="{187BD53A-7D1B-40FF-AFE5-BCD8C8437814}" type="parTrans" cxnId="{D973BC65-5E96-49C4-A0FF-DD71E53B8DCF}">
      <dgm:prSet/>
      <dgm:spPr/>
      <dgm:t>
        <a:bodyPr/>
        <a:lstStyle/>
        <a:p>
          <a:endParaRPr lang="en-GB"/>
        </a:p>
      </dgm:t>
    </dgm:pt>
    <dgm:pt modelId="{4A705272-8D6F-496F-BFAB-E935FD107137}" type="sibTrans" cxnId="{D973BC65-5E96-49C4-A0FF-DD71E53B8DCF}">
      <dgm:prSet/>
      <dgm:spPr/>
      <dgm:t>
        <a:bodyPr/>
        <a:lstStyle/>
        <a:p>
          <a:endParaRPr lang="en-GB"/>
        </a:p>
      </dgm:t>
    </dgm:pt>
    <dgm:pt modelId="{358C85D6-9A59-4557-8048-054C8E72DEFB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Qb.I.Fungi</a:t>
          </a:r>
          <a:endParaRPr lang="en-CH" sz="1000" dirty="0"/>
        </a:p>
      </dgm:t>
    </dgm:pt>
    <dgm:pt modelId="{22DBB1E5-07DF-4101-B749-6664DD209C81}" type="parTrans" cxnId="{FA3EAED1-B96B-4480-92B4-56B0BB700CB4}">
      <dgm:prSet/>
      <dgm:spPr/>
      <dgm:t>
        <a:bodyPr/>
        <a:lstStyle/>
        <a:p>
          <a:endParaRPr lang="en-GB"/>
        </a:p>
      </dgm:t>
    </dgm:pt>
    <dgm:pt modelId="{6D0E9BF2-DF0A-42F7-AF81-2B604C3AA70F}" type="sibTrans" cxnId="{FA3EAED1-B96B-4480-92B4-56B0BB700CB4}">
      <dgm:prSet/>
      <dgm:spPr/>
      <dgm:t>
        <a:bodyPr/>
        <a:lstStyle/>
        <a:p>
          <a:endParaRPr lang="en-GB"/>
        </a:p>
      </dgm:t>
    </dgm:pt>
    <dgm:pt modelId="{7A4DB81D-20B4-4C4F-81C2-901731EBA332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600" dirty="0" err="1"/>
            <a:t>Qb.II</a:t>
          </a:r>
          <a:endParaRPr lang="en-CH" sz="1600" dirty="0"/>
        </a:p>
      </dgm:t>
    </dgm:pt>
    <dgm:pt modelId="{1F31ABF9-4552-4202-993F-9FBCAA693688}" type="parTrans" cxnId="{F91256A4-0A8B-43D3-A368-506047F095EB}">
      <dgm:prSet/>
      <dgm:spPr/>
      <dgm:t>
        <a:bodyPr/>
        <a:lstStyle/>
        <a:p>
          <a:endParaRPr lang="en-GB"/>
        </a:p>
      </dgm:t>
    </dgm:pt>
    <dgm:pt modelId="{3A70533D-F37E-4E5F-A561-08A7CC33998F}" type="sibTrans" cxnId="{F91256A4-0A8B-43D3-A368-506047F095EB}">
      <dgm:prSet/>
      <dgm:spPr/>
      <dgm:t>
        <a:bodyPr/>
        <a:lstStyle/>
        <a:p>
          <a:endParaRPr lang="en-GB"/>
        </a:p>
      </dgm:t>
    </dgm:pt>
    <dgm:pt modelId="{92F917DC-E8F5-452B-8E67-033588C412D0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Qb.II.Gos</a:t>
          </a:r>
          <a:endParaRPr lang="en-CH" sz="1000" dirty="0"/>
        </a:p>
      </dgm:t>
    </dgm:pt>
    <dgm:pt modelId="{2A12DFAA-3039-4A2A-84D9-326FD1B8C1B3}" type="parTrans" cxnId="{86276987-88F9-45E6-A7C4-08B96ECC39BC}">
      <dgm:prSet/>
      <dgm:spPr/>
      <dgm:t>
        <a:bodyPr/>
        <a:lstStyle/>
        <a:p>
          <a:endParaRPr lang="en-GB"/>
        </a:p>
      </dgm:t>
    </dgm:pt>
    <dgm:pt modelId="{99C38000-8FE2-4E37-BD72-A14032FAC579}" type="sibTrans" cxnId="{86276987-88F9-45E6-A7C4-08B96ECC39BC}">
      <dgm:prSet/>
      <dgm:spPr/>
      <dgm:t>
        <a:bodyPr/>
        <a:lstStyle/>
        <a:p>
          <a:endParaRPr lang="en-GB"/>
        </a:p>
      </dgm:t>
    </dgm:pt>
    <dgm:pt modelId="{3D312479-5DFA-43B0-A2B3-836B4DDDD96B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Qb.II.Gos.Gos2</a:t>
          </a:r>
          <a:endParaRPr lang="en-CH" sz="1000" dirty="0"/>
        </a:p>
      </dgm:t>
    </dgm:pt>
    <dgm:pt modelId="{8E0CCEDC-581E-4F87-BEC5-C68574804ED1}" type="parTrans" cxnId="{6EFD7C74-6606-4272-96A5-51D345F640DD}">
      <dgm:prSet/>
      <dgm:spPr/>
      <dgm:t>
        <a:bodyPr/>
        <a:lstStyle/>
        <a:p>
          <a:endParaRPr lang="en-GB"/>
        </a:p>
      </dgm:t>
    </dgm:pt>
    <dgm:pt modelId="{5CDBF2E9-EDFD-469C-BECF-ED6CFAB1B377}" type="sibTrans" cxnId="{6EFD7C74-6606-4272-96A5-51D345F640DD}">
      <dgm:prSet/>
      <dgm:spPr/>
      <dgm:t>
        <a:bodyPr/>
        <a:lstStyle/>
        <a:p>
          <a:endParaRPr lang="en-GB"/>
        </a:p>
      </dgm:t>
    </dgm:pt>
    <dgm:pt modelId="{F956A11E-2C72-4FC5-BF96-C2FD3B7CF89E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Qb.II.Gos.Viridiplantae</a:t>
          </a:r>
          <a:endParaRPr lang="en-CH" sz="1000" dirty="0"/>
        </a:p>
      </dgm:t>
    </dgm:pt>
    <dgm:pt modelId="{D7EFE145-4CB0-4FC2-BCA2-41CACC1410AE}" type="parTrans" cxnId="{6BDD53BC-E76A-4D77-81C0-3FD8FF2CB275}">
      <dgm:prSet/>
      <dgm:spPr/>
      <dgm:t>
        <a:bodyPr/>
        <a:lstStyle/>
        <a:p>
          <a:endParaRPr lang="en-GB"/>
        </a:p>
      </dgm:t>
    </dgm:pt>
    <dgm:pt modelId="{BDD5BF67-9FB4-4712-8797-AFAEDEA6D1D9}" type="sibTrans" cxnId="{6BDD53BC-E76A-4D77-81C0-3FD8FF2CB275}">
      <dgm:prSet/>
      <dgm:spPr/>
      <dgm:t>
        <a:bodyPr/>
        <a:lstStyle/>
        <a:p>
          <a:endParaRPr lang="en-GB"/>
        </a:p>
      </dgm:t>
    </dgm:pt>
    <dgm:pt modelId="{91DB8A81-850E-4611-A25E-490C30BC682D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Qb.II.Gos.Fungi</a:t>
          </a:r>
          <a:endParaRPr lang="en-CH" sz="1000" dirty="0"/>
        </a:p>
      </dgm:t>
    </dgm:pt>
    <dgm:pt modelId="{BCBA13A9-3005-4A76-979C-9B0761CA9208}" type="parTrans" cxnId="{05B41712-F325-4B5C-91E9-E1B70F2B54FE}">
      <dgm:prSet/>
      <dgm:spPr/>
      <dgm:t>
        <a:bodyPr/>
        <a:lstStyle/>
        <a:p>
          <a:endParaRPr lang="en-GB"/>
        </a:p>
      </dgm:t>
    </dgm:pt>
    <dgm:pt modelId="{A8AAECB1-9C1B-4FFB-AF2D-7F8DA8DF990B}" type="sibTrans" cxnId="{05B41712-F325-4B5C-91E9-E1B70F2B54FE}">
      <dgm:prSet/>
      <dgm:spPr/>
      <dgm:t>
        <a:bodyPr/>
        <a:lstStyle/>
        <a:p>
          <a:endParaRPr lang="en-GB"/>
        </a:p>
      </dgm:t>
    </dgm:pt>
    <dgm:pt modelId="{E4F9F9D0-07B0-4F96-B646-E148C735FE7E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Qb.II.MemBos</a:t>
          </a:r>
          <a:endParaRPr lang="en-CH" sz="1000" dirty="0"/>
        </a:p>
      </dgm:t>
    </dgm:pt>
    <dgm:pt modelId="{864EBEC5-4024-4E72-9D50-89F805516F19}" type="parTrans" cxnId="{79E1ED46-AAC8-4918-BF71-5616FD101C16}">
      <dgm:prSet/>
      <dgm:spPr/>
      <dgm:t>
        <a:bodyPr/>
        <a:lstStyle/>
        <a:p>
          <a:endParaRPr lang="en-GB"/>
        </a:p>
      </dgm:t>
    </dgm:pt>
    <dgm:pt modelId="{47077B51-F8D1-4CAF-A0CE-A3B0A0C7C762}" type="sibTrans" cxnId="{79E1ED46-AAC8-4918-BF71-5616FD101C16}">
      <dgm:prSet/>
      <dgm:spPr/>
      <dgm:t>
        <a:bodyPr/>
        <a:lstStyle/>
        <a:p>
          <a:endParaRPr lang="en-GB"/>
        </a:p>
      </dgm:t>
    </dgm:pt>
    <dgm:pt modelId="{DB05212C-FE07-4C2F-A053-4B148E139DE1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Qb.II.MemBos.Membrin</a:t>
          </a:r>
          <a:endParaRPr lang="en-CH" sz="1000" dirty="0"/>
        </a:p>
      </dgm:t>
    </dgm:pt>
    <dgm:pt modelId="{8B1CC938-302E-4C7C-9871-13AE564836E4}" type="parTrans" cxnId="{3BFC4404-3770-4ECD-AED6-922C7E8A9887}">
      <dgm:prSet/>
      <dgm:spPr/>
      <dgm:t>
        <a:bodyPr/>
        <a:lstStyle/>
        <a:p>
          <a:endParaRPr lang="en-GB"/>
        </a:p>
      </dgm:t>
    </dgm:pt>
    <dgm:pt modelId="{0DC9B481-E6E0-4439-A8DB-E96DD9FB464D}" type="sibTrans" cxnId="{3BFC4404-3770-4ECD-AED6-922C7E8A9887}">
      <dgm:prSet/>
      <dgm:spPr/>
      <dgm:t>
        <a:bodyPr/>
        <a:lstStyle/>
        <a:p>
          <a:endParaRPr lang="en-GB"/>
        </a:p>
      </dgm:t>
    </dgm:pt>
    <dgm:pt modelId="{E6E5C7DD-354F-4DEB-BC49-40BCE8DC2813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Qb.II.MemBos.Bos1</a:t>
          </a:r>
          <a:endParaRPr lang="en-CH" sz="1000" dirty="0"/>
        </a:p>
      </dgm:t>
    </dgm:pt>
    <dgm:pt modelId="{3D0096C5-B64F-47F5-9A70-96769A5BB22E}" type="parTrans" cxnId="{14DC3B23-E82B-4EE9-98DE-66BFBDF4A1B6}">
      <dgm:prSet/>
      <dgm:spPr/>
      <dgm:t>
        <a:bodyPr/>
        <a:lstStyle/>
        <a:p>
          <a:endParaRPr lang="en-GB"/>
        </a:p>
      </dgm:t>
    </dgm:pt>
    <dgm:pt modelId="{919E2B73-3F23-489A-A75B-25ACB7C79E51}" type="sibTrans" cxnId="{14DC3B23-E82B-4EE9-98DE-66BFBDF4A1B6}">
      <dgm:prSet/>
      <dgm:spPr/>
      <dgm:t>
        <a:bodyPr/>
        <a:lstStyle/>
        <a:p>
          <a:endParaRPr lang="en-GB"/>
        </a:p>
      </dgm:t>
    </dgm:pt>
    <dgm:pt modelId="{EE038495-1708-4A53-AC82-AD38CAE1055F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600" dirty="0" err="1"/>
            <a:t>Qb.III</a:t>
          </a:r>
          <a:endParaRPr lang="en-CH" sz="1600" dirty="0"/>
        </a:p>
      </dgm:t>
    </dgm:pt>
    <dgm:pt modelId="{0B31B3DA-7BC9-4260-835D-3EEFA465AA21}" type="parTrans" cxnId="{5DBC6C92-7CA6-4E98-B053-8383DE8E11A3}">
      <dgm:prSet/>
      <dgm:spPr/>
      <dgm:t>
        <a:bodyPr/>
        <a:lstStyle/>
        <a:p>
          <a:endParaRPr lang="en-GB"/>
        </a:p>
      </dgm:t>
    </dgm:pt>
    <dgm:pt modelId="{7C1CC500-CA3F-4DA9-B6A8-CAC7F1BD62B3}" type="sibTrans" cxnId="{5DBC6C92-7CA6-4E98-B053-8383DE8E11A3}">
      <dgm:prSet/>
      <dgm:spPr/>
      <dgm:t>
        <a:bodyPr/>
        <a:lstStyle/>
        <a:p>
          <a:endParaRPr lang="en-GB"/>
        </a:p>
      </dgm:t>
    </dgm:pt>
    <dgm:pt modelId="{C1DF0FE4-1EAE-4D95-8F66-3009AE1FB95B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Qb.III.b</a:t>
          </a:r>
          <a:endParaRPr lang="en-CH" sz="1000" dirty="0"/>
        </a:p>
      </dgm:t>
    </dgm:pt>
    <dgm:pt modelId="{98BF40A8-8A3A-4C9A-B1D0-D9555708AEF1}" type="parTrans" cxnId="{93C1DAF2-A51F-43EB-9C60-F5177E5DE7EA}">
      <dgm:prSet/>
      <dgm:spPr/>
      <dgm:t>
        <a:bodyPr/>
        <a:lstStyle/>
        <a:p>
          <a:endParaRPr lang="en-GB"/>
        </a:p>
      </dgm:t>
    </dgm:pt>
    <dgm:pt modelId="{6CB51A36-9A4E-4826-BEC4-3F0C79A37146}" type="sibTrans" cxnId="{93C1DAF2-A51F-43EB-9C60-F5177E5DE7EA}">
      <dgm:prSet/>
      <dgm:spPr/>
      <dgm:t>
        <a:bodyPr/>
        <a:lstStyle/>
        <a:p>
          <a:endParaRPr lang="en-GB"/>
        </a:p>
      </dgm:t>
    </dgm:pt>
    <dgm:pt modelId="{4F9BDF96-1429-4874-A6C8-E003A073FAFB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Qb.III.b.SAR</a:t>
          </a:r>
          <a:endParaRPr lang="en-CH" sz="1000" dirty="0"/>
        </a:p>
      </dgm:t>
    </dgm:pt>
    <dgm:pt modelId="{DE5942D3-8CC1-4763-84AD-B59AC3973DA3}" type="parTrans" cxnId="{FEC25D21-383D-42C5-8267-1A11B7AAD092}">
      <dgm:prSet/>
      <dgm:spPr/>
      <dgm:t>
        <a:bodyPr/>
        <a:lstStyle/>
        <a:p>
          <a:endParaRPr lang="en-GB"/>
        </a:p>
      </dgm:t>
    </dgm:pt>
    <dgm:pt modelId="{B8213F5A-C0B0-4E61-8058-7CE9EFE873AF}" type="sibTrans" cxnId="{FEC25D21-383D-42C5-8267-1A11B7AAD092}">
      <dgm:prSet/>
      <dgm:spPr/>
      <dgm:t>
        <a:bodyPr/>
        <a:lstStyle/>
        <a:p>
          <a:endParaRPr lang="en-GB"/>
        </a:p>
      </dgm:t>
    </dgm:pt>
    <dgm:pt modelId="{C65A75C2-10FF-45BF-9DCF-A6E011C2E93E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Qb.III.b.Metazoa</a:t>
          </a:r>
          <a:endParaRPr lang="en-CH" sz="1000" dirty="0"/>
        </a:p>
      </dgm:t>
    </dgm:pt>
    <dgm:pt modelId="{7A14EEE8-D6CF-4340-A466-E5EEB9C99376}" type="parTrans" cxnId="{4D9BF386-F18C-44DF-89BB-B6656CE0AAAA}">
      <dgm:prSet/>
      <dgm:spPr/>
      <dgm:t>
        <a:bodyPr/>
        <a:lstStyle/>
        <a:p>
          <a:endParaRPr lang="en-GB"/>
        </a:p>
      </dgm:t>
    </dgm:pt>
    <dgm:pt modelId="{B43639F7-FBD2-4B4A-A82B-FF6AE46B082A}" type="sibTrans" cxnId="{4D9BF386-F18C-44DF-89BB-B6656CE0AAAA}">
      <dgm:prSet/>
      <dgm:spPr/>
      <dgm:t>
        <a:bodyPr/>
        <a:lstStyle/>
        <a:p>
          <a:endParaRPr lang="en-GB"/>
        </a:p>
      </dgm:t>
    </dgm:pt>
    <dgm:pt modelId="{CFAA07CF-F953-4851-8E1E-C079B847CC56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Qb.III.b.Viridiplantae</a:t>
          </a:r>
          <a:endParaRPr lang="en-CH" sz="1000" dirty="0"/>
        </a:p>
      </dgm:t>
    </dgm:pt>
    <dgm:pt modelId="{656C0BD3-AFFF-4B97-9BB3-DD8956D3F135}" type="parTrans" cxnId="{36D17355-85BB-49D7-83AB-5223AAA5266B}">
      <dgm:prSet/>
      <dgm:spPr/>
      <dgm:t>
        <a:bodyPr/>
        <a:lstStyle/>
        <a:p>
          <a:endParaRPr lang="en-GB"/>
        </a:p>
      </dgm:t>
    </dgm:pt>
    <dgm:pt modelId="{409CE38D-7C61-487F-92DC-2ED7684CC311}" type="sibTrans" cxnId="{36D17355-85BB-49D7-83AB-5223AAA5266B}">
      <dgm:prSet/>
      <dgm:spPr/>
      <dgm:t>
        <a:bodyPr/>
        <a:lstStyle/>
        <a:p>
          <a:endParaRPr lang="en-GB"/>
        </a:p>
      </dgm:t>
    </dgm:pt>
    <dgm:pt modelId="{F6F46422-5521-40E1-8B8A-9CC25866306A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Qb.III.b.Fungi</a:t>
          </a:r>
          <a:endParaRPr lang="en-CH" sz="1000" dirty="0"/>
        </a:p>
      </dgm:t>
    </dgm:pt>
    <dgm:pt modelId="{70580813-81A9-467A-BAD0-C93A70D08556}" type="parTrans" cxnId="{7EAE600E-6939-47DD-9678-35F08CDF2E5A}">
      <dgm:prSet/>
      <dgm:spPr/>
      <dgm:t>
        <a:bodyPr/>
        <a:lstStyle/>
        <a:p>
          <a:endParaRPr lang="en-GB"/>
        </a:p>
      </dgm:t>
    </dgm:pt>
    <dgm:pt modelId="{F8F649A9-8733-458D-A4E9-5CEF31A75F57}" type="sibTrans" cxnId="{7EAE600E-6939-47DD-9678-35F08CDF2E5A}">
      <dgm:prSet/>
      <dgm:spPr/>
      <dgm:t>
        <a:bodyPr/>
        <a:lstStyle/>
        <a:p>
          <a:endParaRPr lang="en-GB"/>
        </a:p>
      </dgm:t>
    </dgm:pt>
    <dgm:pt modelId="{EA1A92F4-C410-466F-B51B-DACF47109592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Qb.III.d</a:t>
          </a:r>
          <a:endParaRPr lang="en-CH" sz="1000" dirty="0"/>
        </a:p>
      </dgm:t>
    </dgm:pt>
    <dgm:pt modelId="{64B5E1FF-44A7-4E83-9544-4D994A30EB2C}" type="parTrans" cxnId="{B7FD5512-EC7C-4256-8C60-0A1A8E634569}">
      <dgm:prSet/>
      <dgm:spPr/>
      <dgm:t>
        <a:bodyPr/>
        <a:lstStyle/>
        <a:p>
          <a:endParaRPr lang="en-GB"/>
        </a:p>
      </dgm:t>
    </dgm:pt>
    <dgm:pt modelId="{AEAEC7A0-5304-4BF1-95A6-1B4AAE3DDCC2}" type="sibTrans" cxnId="{B7FD5512-EC7C-4256-8C60-0A1A8E634569}">
      <dgm:prSet/>
      <dgm:spPr/>
      <dgm:t>
        <a:bodyPr/>
        <a:lstStyle/>
        <a:p>
          <a:endParaRPr lang="en-GB"/>
        </a:p>
      </dgm:t>
    </dgm:pt>
    <dgm:pt modelId="{B6BB2D64-4093-4E8C-8EEF-44D6987FB6BB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GB" sz="1600" dirty="0" err="1"/>
            <a:t>Qa.IV</a:t>
          </a:r>
          <a:endParaRPr lang="en-CH" sz="1600" dirty="0"/>
        </a:p>
      </dgm:t>
    </dgm:pt>
    <dgm:pt modelId="{40949CD4-EA4D-48DF-99F5-B292456F4AF6}" type="parTrans" cxnId="{190DA355-B271-4775-8955-6EE8317A8F64}">
      <dgm:prSet/>
      <dgm:spPr/>
      <dgm:t>
        <a:bodyPr/>
        <a:lstStyle/>
        <a:p>
          <a:endParaRPr lang="en-GB"/>
        </a:p>
      </dgm:t>
    </dgm:pt>
    <dgm:pt modelId="{41BF533D-A751-4662-8053-C36DB1C234CE}" type="sibTrans" cxnId="{190DA355-B271-4775-8955-6EE8317A8F64}">
      <dgm:prSet/>
      <dgm:spPr/>
      <dgm:t>
        <a:bodyPr/>
        <a:lstStyle/>
        <a:p>
          <a:endParaRPr lang="en-GB"/>
        </a:p>
      </dgm:t>
    </dgm:pt>
    <dgm:pt modelId="{6A0D10D7-9C98-4FF2-BABA-9592E49EA02D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800" dirty="0" err="1"/>
            <a:t>Qc</a:t>
          </a:r>
          <a:endParaRPr lang="en-CH" sz="1800" dirty="0"/>
        </a:p>
      </dgm:t>
    </dgm:pt>
    <dgm:pt modelId="{79E29AA5-CBDA-409F-A078-DF8A9C9F7317}" type="parTrans" cxnId="{2F6B0380-99E3-4083-81EE-A6D493BEB686}">
      <dgm:prSet/>
      <dgm:spPr/>
      <dgm:t>
        <a:bodyPr/>
        <a:lstStyle/>
        <a:p>
          <a:endParaRPr lang="en-GB"/>
        </a:p>
      </dgm:t>
    </dgm:pt>
    <dgm:pt modelId="{4C74E7B0-A480-4B5F-88B0-B92D1BF6578B}" type="sibTrans" cxnId="{2F6B0380-99E3-4083-81EE-A6D493BEB686}">
      <dgm:prSet/>
      <dgm:spPr/>
      <dgm:t>
        <a:bodyPr/>
        <a:lstStyle/>
        <a:p>
          <a:endParaRPr lang="en-GB"/>
        </a:p>
      </dgm:t>
    </dgm:pt>
    <dgm:pt modelId="{9A2B63E8-A9C0-4560-8902-03576ED42982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800" dirty="0"/>
            <a:t>R</a:t>
          </a:r>
          <a:endParaRPr lang="en-CH" sz="1800" dirty="0"/>
        </a:p>
      </dgm:t>
    </dgm:pt>
    <dgm:pt modelId="{E350051D-FFF6-43B8-8BC6-8DB7680C5F91}" type="parTrans" cxnId="{BD3EB102-2759-4F4F-85C4-65680740E1BB}">
      <dgm:prSet/>
      <dgm:spPr/>
      <dgm:t>
        <a:bodyPr/>
        <a:lstStyle/>
        <a:p>
          <a:endParaRPr lang="en-GB"/>
        </a:p>
      </dgm:t>
    </dgm:pt>
    <dgm:pt modelId="{6C1AC764-A575-4669-891E-DF5804C18E90}" type="sibTrans" cxnId="{BD3EB102-2759-4F4F-85C4-65680740E1BB}">
      <dgm:prSet/>
      <dgm:spPr/>
      <dgm:t>
        <a:bodyPr/>
        <a:lstStyle/>
        <a:p>
          <a:endParaRPr lang="en-GB"/>
        </a:p>
      </dgm:t>
    </dgm:pt>
    <dgm:pt modelId="{24820A43-E305-4E2E-8DA5-E81331D306C7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800" dirty="0"/>
            <a:t>SNAP</a:t>
          </a:r>
          <a:endParaRPr lang="en-CH" sz="1800" dirty="0"/>
        </a:p>
      </dgm:t>
    </dgm:pt>
    <dgm:pt modelId="{C6FD0027-A7C7-4709-972C-2BA0F4AFB182}" type="parTrans" cxnId="{6637D667-17CF-4259-8A2E-91D968184717}">
      <dgm:prSet/>
      <dgm:spPr/>
      <dgm:t>
        <a:bodyPr/>
        <a:lstStyle/>
        <a:p>
          <a:endParaRPr lang="en-GB"/>
        </a:p>
      </dgm:t>
    </dgm:pt>
    <dgm:pt modelId="{5D5F6D33-2F04-4F04-B7B1-093D4BDFA8D1}" type="sibTrans" cxnId="{6637D667-17CF-4259-8A2E-91D968184717}">
      <dgm:prSet/>
      <dgm:spPr/>
      <dgm:t>
        <a:bodyPr/>
        <a:lstStyle/>
        <a:p>
          <a:endParaRPr lang="en-GB"/>
        </a:p>
      </dgm:t>
    </dgm:pt>
    <dgm:pt modelId="{F6226DE2-E7FD-42AC-BDB6-D80264E76D6C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600" dirty="0" err="1"/>
            <a:t>Qc.I</a:t>
          </a:r>
          <a:endParaRPr lang="en-CH" sz="1600" dirty="0"/>
        </a:p>
      </dgm:t>
    </dgm:pt>
    <dgm:pt modelId="{745456DA-D4BC-47E3-AC00-3F506054B82B}" type="parTrans" cxnId="{512E70EE-9196-4D11-AE08-F71E3C1AE5A5}">
      <dgm:prSet/>
      <dgm:spPr/>
      <dgm:t>
        <a:bodyPr/>
        <a:lstStyle/>
        <a:p>
          <a:endParaRPr lang="en-GB"/>
        </a:p>
      </dgm:t>
    </dgm:pt>
    <dgm:pt modelId="{73CDF641-E3E6-46FC-9F8C-351CF95A04D2}" type="sibTrans" cxnId="{512E70EE-9196-4D11-AE08-F71E3C1AE5A5}">
      <dgm:prSet/>
      <dgm:spPr/>
      <dgm:t>
        <a:bodyPr/>
        <a:lstStyle/>
        <a:p>
          <a:endParaRPr lang="en-GB"/>
        </a:p>
      </dgm:t>
    </dgm:pt>
    <dgm:pt modelId="{BEA60CE6-F8D7-4C49-A413-A827974B0CCC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600" dirty="0" err="1"/>
            <a:t>Qc.II</a:t>
          </a:r>
          <a:endParaRPr lang="en-CH" sz="1600" dirty="0"/>
        </a:p>
      </dgm:t>
    </dgm:pt>
    <dgm:pt modelId="{41DA2023-6EAE-4B7B-BD46-6EBA8062C4C0}" type="parTrans" cxnId="{2F29B5AA-EB88-4124-860A-98DC2559DCE3}">
      <dgm:prSet/>
      <dgm:spPr/>
      <dgm:t>
        <a:bodyPr/>
        <a:lstStyle/>
        <a:p>
          <a:endParaRPr lang="en-GB"/>
        </a:p>
      </dgm:t>
    </dgm:pt>
    <dgm:pt modelId="{3632BD6B-30C8-42BD-82B6-9BEAD3D50148}" type="sibTrans" cxnId="{2F29B5AA-EB88-4124-860A-98DC2559DCE3}">
      <dgm:prSet/>
      <dgm:spPr/>
      <dgm:t>
        <a:bodyPr/>
        <a:lstStyle/>
        <a:p>
          <a:endParaRPr lang="en-GB"/>
        </a:p>
      </dgm:t>
    </dgm:pt>
    <dgm:pt modelId="{D1F8063F-DDE3-458A-889B-0803840508BE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600" dirty="0" err="1"/>
            <a:t>Qc.III</a:t>
          </a:r>
          <a:endParaRPr lang="en-CH" sz="1600" dirty="0"/>
        </a:p>
      </dgm:t>
    </dgm:pt>
    <dgm:pt modelId="{FD4F9BA1-7B79-48F1-AE75-0D31434831CD}" type="parTrans" cxnId="{6258F3F7-CE0F-4ABA-B6B4-41F4874B1A0C}">
      <dgm:prSet/>
      <dgm:spPr/>
      <dgm:t>
        <a:bodyPr/>
        <a:lstStyle/>
        <a:p>
          <a:endParaRPr lang="en-GB"/>
        </a:p>
      </dgm:t>
    </dgm:pt>
    <dgm:pt modelId="{03C25458-09A8-4180-A148-FAC79B1718BE}" type="sibTrans" cxnId="{6258F3F7-CE0F-4ABA-B6B4-41F4874B1A0C}">
      <dgm:prSet/>
      <dgm:spPr/>
      <dgm:t>
        <a:bodyPr/>
        <a:lstStyle/>
        <a:p>
          <a:endParaRPr lang="en-GB"/>
        </a:p>
      </dgm:t>
    </dgm:pt>
    <dgm:pt modelId="{182775C5-0469-4B0A-BBE7-8E66F7D356E6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Qc.I.Fungi</a:t>
          </a:r>
          <a:endParaRPr lang="en-CH" sz="1000" dirty="0"/>
        </a:p>
      </dgm:t>
    </dgm:pt>
    <dgm:pt modelId="{94A9119C-AE0A-4C47-A752-EBA9D6AE38E9}" type="parTrans" cxnId="{8DAE0FF4-75B5-47E6-8FCD-88BF277FB113}">
      <dgm:prSet/>
      <dgm:spPr/>
      <dgm:t>
        <a:bodyPr/>
        <a:lstStyle/>
        <a:p>
          <a:endParaRPr lang="en-GB"/>
        </a:p>
      </dgm:t>
    </dgm:pt>
    <dgm:pt modelId="{04DA01C6-AF1D-49D8-AE32-6C0C79DF0A13}" type="sibTrans" cxnId="{8DAE0FF4-75B5-47E6-8FCD-88BF277FB113}">
      <dgm:prSet/>
      <dgm:spPr/>
      <dgm:t>
        <a:bodyPr/>
        <a:lstStyle/>
        <a:p>
          <a:endParaRPr lang="en-GB"/>
        </a:p>
      </dgm:t>
    </dgm:pt>
    <dgm:pt modelId="{A5555093-807E-46A4-AA3C-02C46FC29981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Qc.I.Metazoa</a:t>
          </a:r>
          <a:endParaRPr lang="en-CH" sz="1000" dirty="0"/>
        </a:p>
      </dgm:t>
    </dgm:pt>
    <dgm:pt modelId="{80D97337-EA9E-4257-9EFD-FCF4D7CA8413}" type="parTrans" cxnId="{84BAC25B-C8EF-465C-9B54-098788DFF95E}">
      <dgm:prSet/>
      <dgm:spPr/>
      <dgm:t>
        <a:bodyPr/>
        <a:lstStyle/>
        <a:p>
          <a:endParaRPr lang="en-GB"/>
        </a:p>
      </dgm:t>
    </dgm:pt>
    <dgm:pt modelId="{C9F0D1A9-76A5-4DB3-BF2F-7A7459927539}" type="sibTrans" cxnId="{84BAC25B-C8EF-465C-9B54-098788DFF95E}">
      <dgm:prSet/>
      <dgm:spPr/>
      <dgm:t>
        <a:bodyPr/>
        <a:lstStyle/>
        <a:p>
          <a:endParaRPr lang="en-GB"/>
        </a:p>
      </dgm:t>
    </dgm:pt>
    <dgm:pt modelId="{B016329B-B2FB-4EF9-9AC1-10D44778005B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Qc.I.Viridiplantae</a:t>
          </a:r>
          <a:endParaRPr lang="en-CH" sz="1000" dirty="0"/>
        </a:p>
      </dgm:t>
    </dgm:pt>
    <dgm:pt modelId="{61306BF3-3DBC-4959-B395-414C83E70A72}" type="parTrans" cxnId="{81641C4B-E183-4725-8F6E-15AA463FC477}">
      <dgm:prSet/>
      <dgm:spPr/>
      <dgm:t>
        <a:bodyPr/>
        <a:lstStyle/>
        <a:p>
          <a:endParaRPr lang="en-GB"/>
        </a:p>
      </dgm:t>
    </dgm:pt>
    <dgm:pt modelId="{6912A6EB-1359-4757-9378-673131625DAD}" type="sibTrans" cxnId="{81641C4B-E183-4725-8F6E-15AA463FC477}">
      <dgm:prSet/>
      <dgm:spPr/>
      <dgm:t>
        <a:bodyPr/>
        <a:lstStyle/>
        <a:p>
          <a:endParaRPr lang="en-GB"/>
        </a:p>
      </dgm:t>
    </dgm:pt>
    <dgm:pt modelId="{2FF5A82E-5E73-41B3-9BA6-12EEAA97622A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Qc.II.Sft1</a:t>
          </a:r>
          <a:endParaRPr lang="en-CH" sz="1000" dirty="0"/>
        </a:p>
      </dgm:t>
    </dgm:pt>
    <dgm:pt modelId="{959A8725-37CC-46E3-97E8-C767C4CDF0C4}" type="parTrans" cxnId="{71C7F58E-3255-43F0-8C6C-0831731EB051}">
      <dgm:prSet/>
      <dgm:spPr/>
      <dgm:t>
        <a:bodyPr/>
        <a:lstStyle/>
        <a:p>
          <a:endParaRPr lang="en-GB"/>
        </a:p>
      </dgm:t>
    </dgm:pt>
    <dgm:pt modelId="{9A50695E-9D0C-4F1E-B127-D64D5F1D2B4F}" type="sibTrans" cxnId="{71C7F58E-3255-43F0-8C6C-0831731EB051}">
      <dgm:prSet/>
      <dgm:spPr/>
      <dgm:t>
        <a:bodyPr/>
        <a:lstStyle/>
        <a:p>
          <a:endParaRPr lang="en-GB"/>
        </a:p>
      </dgm:t>
    </dgm:pt>
    <dgm:pt modelId="{6F4B365A-3D0F-4C9F-9E50-8AB30D07FE65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Qc.II.Bet1</a:t>
          </a:r>
          <a:endParaRPr lang="en-CH" sz="1000" dirty="0"/>
        </a:p>
      </dgm:t>
    </dgm:pt>
    <dgm:pt modelId="{86DC6630-259A-4C47-839C-00E64596304A}" type="parTrans" cxnId="{F172F2B9-0ACB-414F-9BE5-2073BBB7F132}">
      <dgm:prSet/>
      <dgm:spPr/>
      <dgm:t>
        <a:bodyPr/>
        <a:lstStyle/>
        <a:p>
          <a:endParaRPr lang="en-GB"/>
        </a:p>
      </dgm:t>
    </dgm:pt>
    <dgm:pt modelId="{6007565B-EA13-4BC0-9EBF-587998D5CB1A}" type="sibTrans" cxnId="{F172F2B9-0ACB-414F-9BE5-2073BBB7F132}">
      <dgm:prSet/>
      <dgm:spPr/>
      <dgm:t>
        <a:bodyPr/>
        <a:lstStyle/>
        <a:p>
          <a:endParaRPr lang="en-GB"/>
        </a:p>
      </dgm:t>
    </dgm:pt>
    <dgm:pt modelId="{DA07B54D-507E-4929-86CD-D5D5A8710CE8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Qc.III.b</a:t>
          </a:r>
          <a:endParaRPr lang="en-CH" sz="1000" dirty="0"/>
        </a:p>
      </dgm:t>
    </dgm:pt>
    <dgm:pt modelId="{CF90B901-126F-4119-B080-5C2A74EB5394}" type="parTrans" cxnId="{68801F6F-5A3A-455F-8CC2-5A2B3893D8C6}">
      <dgm:prSet/>
      <dgm:spPr/>
      <dgm:t>
        <a:bodyPr/>
        <a:lstStyle/>
        <a:p>
          <a:endParaRPr lang="en-GB"/>
        </a:p>
      </dgm:t>
    </dgm:pt>
    <dgm:pt modelId="{608026F0-9E1F-4B19-89ED-9B3C8607A2F7}" type="sibTrans" cxnId="{68801F6F-5A3A-455F-8CC2-5A2B3893D8C6}">
      <dgm:prSet/>
      <dgm:spPr/>
      <dgm:t>
        <a:bodyPr/>
        <a:lstStyle/>
        <a:p>
          <a:endParaRPr lang="en-GB"/>
        </a:p>
      </dgm:t>
    </dgm:pt>
    <dgm:pt modelId="{BB5A329B-9C11-40CC-BF90-3FEF666B0FEE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Qc.III.c</a:t>
          </a:r>
          <a:endParaRPr lang="en-CH" sz="1000" dirty="0"/>
        </a:p>
      </dgm:t>
    </dgm:pt>
    <dgm:pt modelId="{F3EB69AB-899E-4183-8EAD-A078E116AD13}" type="parTrans" cxnId="{2918B3B4-756D-4DD9-868E-A10D8811A5D2}">
      <dgm:prSet/>
      <dgm:spPr/>
      <dgm:t>
        <a:bodyPr/>
        <a:lstStyle/>
        <a:p>
          <a:endParaRPr lang="en-GB"/>
        </a:p>
      </dgm:t>
    </dgm:pt>
    <dgm:pt modelId="{B3E9866E-8A3A-4C9C-9FC2-E53902BBD3EE}" type="sibTrans" cxnId="{2918B3B4-756D-4DD9-868E-A10D8811A5D2}">
      <dgm:prSet/>
      <dgm:spPr/>
      <dgm:t>
        <a:bodyPr/>
        <a:lstStyle/>
        <a:p>
          <a:endParaRPr lang="en-GB"/>
        </a:p>
      </dgm:t>
    </dgm:pt>
    <dgm:pt modelId="{C3CE8F2D-EFD4-4BE6-B8C7-6CDF837FB501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Qc.III.b.Syp7</a:t>
          </a:r>
          <a:endParaRPr lang="en-CH" sz="1000" dirty="0"/>
        </a:p>
      </dgm:t>
    </dgm:pt>
    <dgm:pt modelId="{1E33F97E-B84E-44BA-924C-4A593B2CE75F}" type="parTrans" cxnId="{F7439186-6F30-4EFF-95D5-6D1E05EEB8AD}">
      <dgm:prSet/>
      <dgm:spPr/>
      <dgm:t>
        <a:bodyPr/>
        <a:lstStyle/>
        <a:p>
          <a:endParaRPr lang="en-GB"/>
        </a:p>
      </dgm:t>
    </dgm:pt>
    <dgm:pt modelId="{F2FF357A-641B-4C24-BB8D-26E62D0623FF}" type="sibTrans" cxnId="{F7439186-6F30-4EFF-95D5-6D1E05EEB8AD}">
      <dgm:prSet/>
      <dgm:spPr/>
      <dgm:t>
        <a:bodyPr/>
        <a:lstStyle/>
        <a:p>
          <a:endParaRPr lang="en-GB"/>
        </a:p>
      </dgm:t>
    </dgm:pt>
    <dgm:pt modelId="{54151576-4090-4615-9A52-89EB298A9D7B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Qc.III.b.Metazoa</a:t>
          </a:r>
          <a:endParaRPr lang="en-CH" sz="1000" dirty="0"/>
        </a:p>
      </dgm:t>
    </dgm:pt>
    <dgm:pt modelId="{326B0AAE-68B0-49AC-98A5-9E3A56807E20}" type="parTrans" cxnId="{269CEA04-0262-4D08-ADB0-1F2F5523098A}">
      <dgm:prSet/>
      <dgm:spPr/>
      <dgm:t>
        <a:bodyPr/>
        <a:lstStyle/>
        <a:p>
          <a:endParaRPr lang="en-GB"/>
        </a:p>
      </dgm:t>
    </dgm:pt>
    <dgm:pt modelId="{92FF7E29-4D26-40FD-B15D-AEC527DAF924}" type="sibTrans" cxnId="{269CEA04-0262-4D08-ADB0-1F2F5523098A}">
      <dgm:prSet/>
      <dgm:spPr/>
      <dgm:t>
        <a:bodyPr/>
        <a:lstStyle/>
        <a:p>
          <a:endParaRPr lang="en-GB"/>
        </a:p>
      </dgm:t>
    </dgm:pt>
    <dgm:pt modelId="{8ADA631B-8DA2-4B72-9D7A-A31F4EF225BF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Qc.III.b.Fungi</a:t>
          </a:r>
          <a:endParaRPr lang="en-CH" sz="1000" dirty="0"/>
        </a:p>
      </dgm:t>
    </dgm:pt>
    <dgm:pt modelId="{4E9625DE-A672-4EDB-B4D6-60D96B676580}" type="parTrans" cxnId="{82AD0E73-30AC-47CC-8164-6E4840C20D7B}">
      <dgm:prSet/>
      <dgm:spPr/>
      <dgm:t>
        <a:bodyPr/>
        <a:lstStyle/>
        <a:p>
          <a:endParaRPr lang="en-GB"/>
        </a:p>
      </dgm:t>
    </dgm:pt>
    <dgm:pt modelId="{C05460E9-27E4-4A6C-88EE-3098AB67C97B}" type="sibTrans" cxnId="{82AD0E73-30AC-47CC-8164-6E4840C20D7B}">
      <dgm:prSet/>
      <dgm:spPr/>
      <dgm:t>
        <a:bodyPr/>
        <a:lstStyle/>
        <a:p>
          <a:endParaRPr lang="en-GB"/>
        </a:p>
      </dgm:t>
    </dgm:pt>
    <dgm:pt modelId="{D444B25D-5813-4ACB-8110-980863DA01ED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Qc.III.c.Syx8</a:t>
          </a:r>
          <a:endParaRPr lang="en-CH" sz="1000" dirty="0"/>
        </a:p>
      </dgm:t>
    </dgm:pt>
    <dgm:pt modelId="{8FED7DF5-4F8C-4436-AB42-9D5B8B5FBBFC}" type="parTrans" cxnId="{6D345329-9AE6-4AE4-BC5C-274464A66BB0}">
      <dgm:prSet/>
      <dgm:spPr/>
      <dgm:t>
        <a:bodyPr/>
        <a:lstStyle/>
        <a:p>
          <a:endParaRPr lang="en-GB"/>
        </a:p>
      </dgm:t>
    </dgm:pt>
    <dgm:pt modelId="{18760315-CA59-4D10-9052-24FE42D1704F}" type="sibTrans" cxnId="{6D345329-9AE6-4AE4-BC5C-274464A66BB0}">
      <dgm:prSet/>
      <dgm:spPr/>
      <dgm:t>
        <a:bodyPr/>
        <a:lstStyle/>
        <a:p>
          <a:endParaRPr lang="en-GB"/>
        </a:p>
      </dgm:t>
    </dgm:pt>
    <dgm:pt modelId="{598CEB74-09D2-4FD0-A2EF-C304C67EC777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Qc.III.c.Vam7</a:t>
          </a:r>
          <a:endParaRPr lang="en-CH" sz="1000" dirty="0"/>
        </a:p>
      </dgm:t>
    </dgm:pt>
    <dgm:pt modelId="{9A735A5C-C05D-41A4-AF20-AD6489F6CC7D}" type="parTrans" cxnId="{4AF70764-A7F6-49B6-A4A4-A7AB683ACB3D}">
      <dgm:prSet/>
      <dgm:spPr/>
      <dgm:t>
        <a:bodyPr/>
        <a:lstStyle/>
        <a:p>
          <a:endParaRPr lang="en-GB"/>
        </a:p>
      </dgm:t>
    </dgm:pt>
    <dgm:pt modelId="{4F4A19BC-D32B-4A2D-9CC1-071B6139F25D}" type="sibTrans" cxnId="{4AF70764-A7F6-49B6-A4A4-A7AB683ACB3D}">
      <dgm:prSet/>
      <dgm:spPr/>
      <dgm:t>
        <a:bodyPr/>
        <a:lstStyle/>
        <a:p>
          <a:endParaRPr lang="en-GB"/>
        </a:p>
      </dgm:t>
    </dgm:pt>
    <dgm:pt modelId="{01BE9AD0-4231-4C8F-91FD-4ACDDD11A759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Qc.III.c.Syp5</a:t>
          </a:r>
          <a:endParaRPr lang="en-CH" sz="1000" dirty="0"/>
        </a:p>
      </dgm:t>
    </dgm:pt>
    <dgm:pt modelId="{E0562D4F-097F-4039-BC1E-FBF095719CD9}" type="parTrans" cxnId="{3F0B11FD-FE4B-41F1-9CFA-BEAB54B826C9}">
      <dgm:prSet/>
      <dgm:spPr/>
      <dgm:t>
        <a:bodyPr/>
        <a:lstStyle/>
        <a:p>
          <a:endParaRPr lang="en-GB"/>
        </a:p>
      </dgm:t>
    </dgm:pt>
    <dgm:pt modelId="{FB40EA8D-3DA1-4C24-A11C-D87D33EB8A71}" type="sibTrans" cxnId="{3F0B11FD-FE4B-41F1-9CFA-BEAB54B826C9}">
      <dgm:prSet/>
      <dgm:spPr/>
      <dgm:t>
        <a:bodyPr/>
        <a:lstStyle/>
        <a:p>
          <a:endParaRPr lang="en-GB"/>
        </a:p>
      </dgm:t>
    </dgm:pt>
    <dgm:pt modelId="{7A5258AE-06F4-4E72-9ADC-D45DBF29EB14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600" dirty="0"/>
            <a:t>R.I</a:t>
          </a:r>
          <a:endParaRPr lang="en-CH" sz="1600" dirty="0"/>
        </a:p>
      </dgm:t>
    </dgm:pt>
    <dgm:pt modelId="{D0BDB517-CAB1-4367-B269-6EA1E4430C55}" type="parTrans" cxnId="{00C06484-05FC-4290-92AC-BB6F601C40E8}">
      <dgm:prSet/>
      <dgm:spPr/>
      <dgm:t>
        <a:bodyPr/>
        <a:lstStyle/>
        <a:p>
          <a:endParaRPr lang="en-GB"/>
        </a:p>
      </dgm:t>
    </dgm:pt>
    <dgm:pt modelId="{9EA67E10-BB89-4783-902F-FE2274D3664F}" type="sibTrans" cxnId="{00C06484-05FC-4290-92AC-BB6F601C40E8}">
      <dgm:prSet/>
      <dgm:spPr/>
      <dgm:t>
        <a:bodyPr/>
        <a:lstStyle/>
        <a:p>
          <a:endParaRPr lang="en-GB"/>
        </a:p>
      </dgm:t>
    </dgm:pt>
    <dgm:pt modelId="{79304F78-096C-4CB8-B4FE-B3748C23A9C2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600" dirty="0"/>
            <a:t>R.II</a:t>
          </a:r>
          <a:endParaRPr lang="en-CH" sz="1600" dirty="0"/>
        </a:p>
      </dgm:t>
    </dgm:pt>
    <dgm:pt modelId="{D931A491-3C1A-4A07-9088-2D16A628A552}" type="parTrans" cxnId="{6ED4B3C4-12CE-4407-99A3-1E375B438469}">
      <dgm:prSet/>
      <dgm:spPr/>
      <dgm:t>
        <a:bodyPr/>
        <a:lstStyle/>
        <a:p>
          <a:endParaRPr lang="en-GB"/>
        </a:p>
      </dgm:t>
    </dgm:pt>
    <dgm:pt modelId="{91FF30AF-86A6-4F74-BAA1-0CAFC1163B51}" type="sibTrans" cxnId="{6ED4B3C4-12CE-4407-99A3-1E375B438469}">
      <dgm:prSet/>
      <dgm:spPr/>
      <dgm:t>
        <a:bodyPr/>
        <a:lstStyle/>
        <a:p>
          <a:endParaRPr lang="en-GB"/>
        </a:p>
      </dgm:t>
    </dgm:pt>
    <dgm:pt modelId="{9B74C0A1-C09F-4692-8C11-1AFAE4A20F1F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600" dirty="0"/>
            <a:t>R.III</a:t>
          </a:r>
          <a:endParaRPr lang="en-CH" sz="1600" dirty="0"/>
        </a:p>
      </dgm:t>
    </dgm:pt>
    <dgm:pt modelId="{A76E7D9F-4EA8-4B0F-8336-44BDF35B0991}" type="parTrans" cxnId="{DEEA03AC-41CD-48B7-95CF-87A24E835EAC}">
      <dgm:prSet/>
      <dgm:spPr/>
      <dgm:t>
        <a:bodyPr/>
        <a:lstStyle/>
        <a:p>
          <a:endParaRPr lang="en-GB"/>
        </a:p>
      </dgm:t>
    </dgm:pt>
    <dgm:pt modelId="{3D0BC46F-B029-479A-A49F-6E0594F666C7}" type="sibTrans" cxnId="{DEEA03AC-41CD-48B7-95CF-87A24E835EAC}">
      <dgm:prSet/>
      <dgm:spPr/>
      <dgm:t>
        <a:bodyPr/>
        <a:lstStyle/>
        <a:p>
          <a:endParaRPr lang="en-GB"/>
        </a:p>
      </dgm:t>
    </dgm:pt>
    <dgm:pt modelId="{E1278654-305C-4156-B93C-1E5B39B96625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600" dirty="0"/>
            <a:t>R.IV</a:t>
          </a:r>
          <a:endParaRPr lang="en-CH" sz="1600" dirty="0"/>
        </a:p>
      </dgm:t>
    </dgm:pt>
    <dgm:pt modelId="{CECECD02-42A7-4EEA-8662-BD16CF56A53C}" type="parTrans" cxnId="{C4A952C5-837C-4264-AE2D-E93A5176C744}">
      <dgm:prSet/>
      <dgm:spPr/>
      <dgm:t>
        <a:bodyPr/>
        <a:lstStyle/>
        <a:p>
          <a:endParaRPr lang="en-GB"/>
        </a:p>
      </dgm:t>
    </dgm:pt>
    <dgm:pt modelId="{854B043B-DC01-4563-A055-2A5FB1B7199A}" type="sibTrans" cxnId="{C4A952C5-837C-4264-AE2D-E93A5176C744}">
      <dgm:prSet/>
      <dgm:spPr/>
      <dgm:t>
        <a:bodyPr/>
        <a:lstStyle/>
        <a:p>
          <a:endParaRPr lang="en-GB"/>
        </a:p>
      </dgm:t>
    </dgm:pt>
    <dgm:pt modelId="{4FB655E2-BFD3-46A7-95E3-0B79AD1623D1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600" dirty="0" err="1"/>
            <a:t>R.Reg</a:t>
          </a:r>
          <a:endParaRPr lang="en-CH" sz="1600" dirty="0"/>
        </a:p>
      </dgm:t>
    </dgm:pt>
    <dgm:pt modelId="{47070DBF-6EBD-4F09-8470-1E9D6F5C12AC}" type="parTrans" cxnId="{6024059F-253D-4FEC-A914-599C65D79745}">
      <dgm:prSet/>
      <dgm:spPr/>
      <dgm:t>
        <a:bodyPr/>
        <a:lstStyle/>
        <a:p>
          <a:endParaRPr lang="en-GB"/>
        </a:p>
      </dgm:t>
    </dgm:pt>
    <dgm:pt modelId="{ADC673D0-9381-4007-8712-6112D53B278B}" type="sibTrans" cxnId="{6024059F-253D-4FEC-A914-599C65D79745}">
      <dgm:prSet/>
      <dgm:spPr/>
      <dgm:t>
        <a:bodyPr/>
        <a:lstStyle/>
        <a:p>
          <a:endParaRPr lang="en-GB"/>
        </a:p>
      </dgm:t>
    </dgm:pt>
    <dgm:pt modelId="{D1E49BE7-FAB9-4042-B39C-B00511F4C514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R.I.Fungi</a:t>
          </a:r>
          <a:endParaRPr lang="en-CH" sz="1000" dirty="0"/>
        </a:p>
      </dgm:t>
    </dgm:pt>
    <dgm:pt modelId="{60B65204-6BFD-4A4F-8075-E7537AD5DDCB}" type="parTrans" cxnId="{AAD9F656-41D0-4214-B7D9-549143C586C1}">
      <dgm:prSet/>
      <dgm:spPr/>
      <dgm:t>
        <a:bodyPr/>
        <a:lstStyle/>
        <a:p>
          <a:endParaRPr lang="en-GB"/>
        </a:p>
      </dgm:t>
    </dgm:pt>
    <dgm:pt modelId="{702A57ED-25E1-4B29-BA9A-F78DC570047C}" type="sibTrans" cxnId="{AAD9F656-41D0-4214-B7D9-549143C586C1}">
      <dgm:prSet/>
      <dgm:spPr/>
      <dgm:t>
        <a:bodyPr/>
        <a:lstStyle/>
        <a:p>
          <a:endParaRPr lang="en-GB"/>
        </a:p>
      </dgm:t>
    </dgm:pt>
    <dgm:pt modelId="{2E1505BE-ECB5-4A58-8E5A-347B3C5E90F5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R.I.Metazoa</a:t>
          </a:r>
          <a:endParaRPr lang="en-CH" sz="1000" dirty="0"/>
        </a:p>
      </dgm:t>
    </dgm:pt>
    <dgm:pt modelId="{CB21E319-8BBA-40FD-AF2C-DEDC5015D4F8}" type="parTrans" cxnId="{38551F8C-476C-4ECD-8755-3E92BC77E87F}">
      <dgm:prSet/>
      <dgm:spPr/>
      <dgm:t>
        <a:bodyPr/>
        <a:lstStyle/>
        <a:p>
          <a:endParaRPr lang="en-GB"/>
        </a:p>
      </dgm:t>
    </dgm:pt>
    <dgm:pt modelId="{C147B684-D301-4512-8275-9802304CAF54}" type="sibTrans" cxnId="{38551F8C-476C-4ECD-8755-3E92BC77E87F}">
      <dgm:prSet/>
      <dgm:spPr/>
      <dgm:t>
        <a:bodyPr/>
        <a:lstStyle/>
        <a:p>
          <a:endParaRPr lang="en-GB"/>
        </a:p>
      </dgm:t>
    </dgm:pt>
    <dgm:pt modelId="{5B1C4B99-20AE-4228-8ADE-74E164DFC684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R.I.Viridiplantae</a:t>
          </a:r>
          <a:endParaRPr lang="en-CH" sz="1000" dirty="0"/>
        </a:p>
      </dgm:t>
    </dgm:pt>
    <dgm:pt modelId="{DAAA5776-EA9E-4177-8010-E3350EC96346}" type="parTrans" cxnId="{E0B8555D-05E3-409F-B96F-4336AB4500A5}">
      <dgm:prSet/>
      <dgm:spPr/>
      <dgm:t>
        <a:bodyPr/>
        <a:lstStyle/>
        <a:p>
          <a:endParaRPr lang="en-GB"/>
        </a:p>
      </dgm:t>
    </dgm:pt>
    <dgm:pt modelId="{DD892A57-081B-49CB-954E-B19DA459D5CE}" type="sibTrans" cxnId="{E0B8555D-05E3-409F-B96F-4336AB4500A5}">
      <dgm:prSet/>
      <dgm:spPr/>
      <dgm:t>
        <a:bodyPr/>
        <a:lstStyle/>
        <a:p>
          <a:endParaRPr lang="en-GB"/>
        </a:p>
      </dgm:t>
    </dgm:pt>
    <dgm:pt modelId="{0973C48B-10B7-4C35-8BD9-6B49371BEB9D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R.III.Vamp4</a:t>
          </a:r>
          <a:endParaRPr lang="en-CH" sz="1000" dirty="0"/>
        </a:p>
      </dgm:t>
    </dgm:pt>
    <dgm:pt modelId="{9F3FE99D-E808-4EB9-AD65-9402BF8365E1}" type="parTrans" cxnId="{BC5DD720-36CD-452B-AF5B-5F21FDB81336}">
      <dgm:prSet/>
      <dgm:spPr/>
      <dgm:t>
        <a:bodyPr/>
        <a:lstStyle/>
        <a:p>
          <a:endParaRPr lang="en-GB"/>
        </a:p>
      </dgm:t>
    </dgm:pt>
    <dgm:pt modelId="{138C364D-6CA1-4314-8B5B-2952B4860480}" type="sibTrans" cxnId="{BC5DD720-36CD-452B-AF5B-5F21FDB81336}">
      <dgm:prSet/>
      <dgm:spPr/>
      <dgm:t>
        <a:bodyPr/>
        <a:lstStyle/>
        <a:p>
          <a:endParaRPr lang="en-GB"/>
        </a:p>
      </dgm:t>
    </dgm:pt>
    <dgm:pt modelId="{9AAB6674-3B29-4E57-B43C-003F5C2CA5C2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R.III.Endob</a:t>
          </a:r>
          <a:endParaRPr lang="en-CH" sz="1000" dirty="0"/>
        </a:p>
      </dgm:t>
    </dgm:pt>
    <dgm:pt modelId="{E419E5A7-4BA7-44E9-83DC-8D2864CB33AF}" type="parTrans" cxnId="{7E52201F-3EFC-4D8E-9578-25A26B94F845}">
      <dgm:prSet/>
      <dgm:spPr/>
      <dgm:t>
        <a:bodyPr/>
        <a:lstStyle/>
        <a:p>
          <a:endParaRPr lang="en-GB"/>
        </a:p>
      </dgm:t>
    </dgm:pt>
    <dgm:pt modelId="{6A03624F-452B-42C3-B413-BB7140535FEA}" type="sibTrans" cxnId="{7E52201F-3EFC-4D8E-9578-25A26B94F845}">
      <dgm:prSet/>
      <dgm:spPr/>
      <dgm:t>
        <a:bodyPr/>
        <a:lstStyle/>
        <a:p>
          <a:endParaRPr lang="en-GB"/>
        </a:p>
      </dgm:t>
    </dgm:pt>
    <dgm:pt modelId="{97CCC29E-A4DD-4B18-BDE4-65690CB4D506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R.III.Nyv1</a:t>
          </a:r>
          <a:endParaRPr lang="en-CH" sz="1000" dirty="0"/>
        </a:p>
      </dgm:t>
    </dgm:pt>
    <dgm:pt modelId="{32510385-BAB1-42EA-96D3-091B3696C521}" type="parTrans" cxnId="{64563BDB-1DDC-4F89-91D3-5E0AD78E71CD}">
      <dgm:prSet/>
      <dgm:spPr/>
      <dgm:t>
        <a:bodyPr/>
        <a:lstStyle/>
        <a:p>
          <a:endParaRPr lang="en-GB"/>
        </a:p>
      </dgm:t>
    </dgm:pt>
    <dgm:pt modelId="{38ECA8DF-EEB1-477B-B362-7CC1C783E057}" type="sibTrans" cxnId="{64563BDB-1DDC-4F89-91D3-5E0AD78E71CD}">
      <dgm:prSet/>
      <dgm:spPr/>
      <dgm:t>
        <a:bodyPr/>
        <a:lstStyle/>
        <a:p>
          <a:endParaRPr lang="en-GB"/>
        </a:p>
      </dgm:t>
    </dgm:pt>
    <dgm:pt modelId="{E8223DB8-CD05-4E04-9E3A-91826F090C99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R.III.Vamp7</a:t>
          </a:r>
          <a:endParaRPr lang="en-CH" sz="1000" dirty="0"/>
        </a:p>
      </dgm:t>
    </dgm:pt>
    <dgm:pt modelId="{700207FA-2A80-43A0-87AC-464963841924}" type="parTrans" cxnId="{D5E20480-937D-4D6B-B7DF-E0C0C59F3BB1}">
      <dgm:prSet/>
      <dgm:spPr/>
      <dgm:t>
        <a:bodyPr/>
        <a:lstStyle/>
        <a:p>
          <a:endParaRPr lang="en-GB"/>
        </a:p>
      </dgm:t>
    </dgm:pt>
    <dgm:pt modelId="{46A84C0D-FB4A-4F71-A258-D7C96096C897}" type="sibTrans" cxnId="{D5E20480-937D-4D6B-B7DF-E0C0C59F3BB1}">
      <dgm:prSet/>
      <dgm:spPr/>
      <dgm:t>
        <a:bodyPr/>
        <a:lstStyle/>
        <a:p>
          <a:endParaRPr lang="en-GB"/>
        </a:p>
      </dgm:t>
    </dgm:pt>
    <dgm:pt modelId="{ABE6F2DC-6A45-45C3-87E4-4C4697229A99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R.IV.Fungi</a:t>
          </a:r>
          <a:endParaRPr lang="en-CH" sz="1000" dirty="0"/>
        </a:p>
      </dgm:t>
    </dgm:pt>
    <dgm:pt modelId="{A123D529-9752-46F7-BCB7-212BA4094D6B}" type="parTrans" cxnId="{D084DC3C-DBD0-4675-8CDF-6F630E02037D}">
      <dgm:prSet/>
      <dgm:spPr/>
      <dgm:t>
        <a:bodyPr/>
        <a:lstStyle/>
        <a:p>
          <a:endParaRPr lang="en-GB"/>
        </a:p>
      </dgm:t>
    </dgm:pt>
    <dgm:pt modelId="{9FC27463-D54E-464A-8260-F12D7C2895A3}" type="sibTrans" cxnId="{D084DC3C-DBD0-4675-8CDF-6F630E02037D}">
      <dgm:prSet/>
      <dgm:spPr/>
      <dgm:t>
        <a:bodyPr/>
        <a:lstStyle/>
        <a:p>
          <a:endParaRPr lang="en-GB"/>
        </a:p>
      </dgm:t>
    </dgm:pt>
    <dgm:pt modelId="{877CFE26-551F-477F-92EB-C6C76A3ED19D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R.IV.Metazoa</a:t>
          </a:r>
          <a:endParaRPr lang="en-CH" sz="1000" dirty="0"/>
        </a:p>
      </dgm:t>
    </dgm:pt>
    <dgm:pt modelId="{D9B264B2-D2B5-4E0D-93E6-A05CE63224D4}" type="parTrans" cxnId="{035812B9-D3DB-4C9E-8322-98532328C905}">
      <dgm:prSet/>
      <dgm:spPr/>
      <dgm:t>
        <a:bodyPr/>
        <a:lstStyle/>
        <a:p>
          <a:endParaRPr lang="en-GB"/>
        </a:p>
      </dgm:t>
    </dgm:pt>
    <dgm:pt modelId="{08121044-9EA5-4704-B2AD-4524CC235DB7}" type="sibTrans" cxnId="{035812B9-D3DB-4C9E-8322-98532328C905}">
      <dgm:prSet/>
      <dgm:spPr/>
      <dgm:t>
        <a:bodyPr/>
        <a:lstStyle/>
        <a:p>
          <a:endParaRPr lang="en-GB"/>
        </a:p>
      </dgm:t>
    </dgm:pt>
    <dgm:pt modelId="{AEC2811E-7D8B-4237-A4B1-1360D76EDDDA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R.Reg.Fungi</a:t>
          </a:r>
          <a:endParaRPr lang="en-CH" sz="1000" dirty="0"/>
        </a:p>
      </dgm:t>
    </dgm:pt>
    <dgm:pt modelId="{07BBEB76-54C3-4FCC-BFCA-90DD06E345AC}" type="parTrans" cxnId="{F7CC735F-7E33-49F6-B7A5-C4160BDA2840}">
      <dgm:prSet/>
      <dgm:spPr/>
      <dgm:t>
        <a:bodyPr/>
        <a:lstStyle/>
        <a:p>
          <a:endParaRPr lang="en-GB"/>
        </a:p>
      </dgm:t>
    </dgm:pt>
    <dgm:pt modelId="{8175B29A-B682-4FD9-8CE6-9D66351AD045}" type="sibTrans" cxnId="{F7CC735F-7E33-49F6-B7A5-C4160BDA2840}">
      <dgm:prSet/>
      <dgm:spPr/>
      <dgm:t>
        <a:bodyPr/>
        <a:lstStyle/>
        <a:p>
          <a:endParaRPr lang="en-GB"/>
        </a:p>
      </dgm:t>
    </dgm:pt>
    <dgm:pt modelId="{591D99EF-C95C-4F54-AA53-53A65711E81C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R.Reg.Metazoa</a:t>
          </a:r>
          <a:endParaRPr lang="en-CH" sz="1000" dirty="0"/>
        </a:p>
      </dgm:t>
    </dgm:pt>
    <dgm:pt modelId="{C25AFB7C-DA23-44CE-B9CB-2A507EF8CC99}" type="parTrans" cxnId="{4D5A5833-8B03-4E68-93EE-668C96552D2B}">
      <dgm:prSet/>
      <dgm:spPr/>
      <dgm:t>
        <a:bodyPr/>
        <a:lstStyle/>
        <a:p>
          <a:endParaRPr lang="en-GB"/>
        </a:p>
      </dgm:t>
    </dgm:pt>
    <dgm:pt modelId="{8BD6B671-16B1-4FBC-A849-F6E4C5EE9AE2}" type="sibTrans" cxnId="{4D5A5833-8B03-4E68-93EE-668C96552D2B}">
      <dgm:prSet/>
      <dgm:spPr/>
      <dgm:t>
        <a:bodyPr/>
        <a:lstStyle/>
        <a:p>
          <a:endParaRPr lang="en-GB"/>
        </a:p>
      </dgm:t>
    </dgm:pt>
    <dgm:pt modelId="{8FFC0A3E-7953-4C67-98E5-C8CB4B4279CA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 err="1"/>
            <a:t>R.Reg.Viridiplantae</a:t>
          </a:r>
          <a:endParaRPr lang="en-CH" sz="1000" dirty="0"/>
        </a:p>
      </dgm:t>
    </dgm:pt>
    <dgm:pt modelId="{3C86A165-3987-4D05-AFE4-62EC6F3C17A3}" type="parTrans" cxnId="{71FDC989-F967-45C0-80F1-3EEF9FD8D718}">
      <dgm:prSet/>
      <dgm:spPr/>
      <dgm:t>
        <a:bodyPr/>
        <a:lstStyle/>
        <a:p>
          <a:endParaRPr lang="en-GB"/>
        </a:p>
      </dgm:t>
    </dgm:pt>
    <dgm:pt modelId="{147527A1-A838-49D5-8CA0-52656E090BFB}" type="sibTrans" cxnId="{71FDC989-F967-45C0-80F1-3EEF9FD8D718}">
      <dgm:prSet/>
      <dgm:spPr/>
      <dgm:t>
        <a:bodyPr/>
        <a:lstStyle/>
        <a:p>
          <a:endParaRPr lang="en-GB"/>
        </a:p>
      </dgm:t>
    </dgm:pt>
    <dgm:pt modelId="{2146BA4C-AC55-4333-89E3-93FFA1F97DF6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600" dirty="0" err="1"/>
            <a:t>SNAP.b</a:t>
          </a:r>
          <a:endParaRPr lang="en-CH" sz="1600" dirty="0"/>
        </a:p>
      </dgm:t>
    </dgm:pt>
    <dgm:pt modelId="{789DEA6E-FDB1-4907-966C-72DEDE8025CB}" type="parTrans" cxnId="{EC6D1421-FB8C-4E93-AC45-F6DA2C45E81F}">
      <dgm:prSet/>
      <dgm:spPr/>
      <dgm:t>
        <a:bodyPr/>
        <a:lstStyle/>
        <a:p>
          <a:endParaRPr lang="en-GB"/>
        </a:p>
      </dgm:t>
    </dgm:pt>
    <dgm:pt modelId="{9C96C609-B555-4B5C-9DC6-CB89B0992F55}" type="sibTrans" cxnId="{EC6D1421-FB8C-4E93-AC45-F6DA2C45E81F}">
      <dgm:prSet/>
      <dgm:spPr/>
      <dgm:t>
        <a:bodyPr/>
        <a:lstStyle/>
        <a:p>
          <a:endParaRPr lang="en-GB"/>
        </a:p>
      </dgm:t>
    </dgm:pt>
    <dgm:pt modelId="{957FE06B-E3E9-4F66-BACD-24A0E1CF01C0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600" dirty="0" err="1"/>
            <a:t>SNAP.c</a:t>
          </a:r>
          <a:endParaRPr lang="en-CH" sz="1600" dirty="0"/>
        </a:p>
      </dgm:t>
    </dgm:pt>
    <dgm:pt modelId="{C44055D5-0EA2-417E-B7AA-94F4575E2D58}" type="parTrans" cxnId="{4F92F30D-4331-42CA-906D-08BB92280EA1}">
      <dgm:prSet/>
      <dgm:spPr/>
      <dgm:t>
        <a:bodyPr/>
        <a:lstStyle/>
        <a:p>
          <a:endParaRPr lang="en-GB"/>
        </a:p>
      </dgm:t>
    </dgm:pt>
    <dgm:pt modelId="{D5B1C312-5219-45C7-A090-AEA710DF8243}" type="sibTrans" cxnId="{4F92F30D-4331-42CA-906D-08BB92280EA1}">
      <dgm:prSet/>
      <dgm:spPr/>
      <dgm:t>
        <a:bodyPr/>
        <a:lstStyle/>
        <a:p>
          <a:endParaRPr lang="en-GB"/>
        </a:p>
      </dgm:t>
    </dgm:pt>
    <dgm:pt modelId="{EA910918-419A-40CE-9FBB-2C30E9927A3B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SNAP.b.Sec9</a:t>
          </a:r>
          <a:endParaRPr lang="en-CH" sz="1000" dirty="0"/>
        </a:p>
      </dgm:t>
    </dgm:pt>
    <dgm:pt modelId="{45E57424-E579-442D-9389-F0C3BC9461C1}" type="parTrans" cxnId="{99ADE99E-000E-4EF4-946F-5E1B57A831C8}">
      <dgm:prSet/>
      <dgm:spPr/>
      <dgm:t>
        <a:bodyPr/>
        <a:lstStyle/>
        <a:p>
          <a:endParaRPr lang="en-GB"/>
        </a:p>
      </dgm:t>
    </dgm:pt>
    <dgm:pt modelId="{3AECDFE3-CDB1-4C85-90DA-0FE379AC9D56}" type="sibTrans" cxnId="{99ADE99E-000E-4EF4-946F-5E1B57A831C8}">
      <dgm:prSet/>
      <dgm:spPr/>
      <dgm:t>
        <a:bodyPr/>
        <a:lstStyle/>
        <a:p>
          <a:endParaRPr lang="en-GB"/>
        </a:p>
      </dgm:t>
    </dgm:pt>
    <dgm:pt modelId="{82AC2A46-6F37-4152-BD57-575D4C3993D6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SNAP.b.SN29</a:t>
          </a:r>
          <a:endParaRPr lang="en-CH" sz="1000" dirty="0"/>
        </a:p>
      </dgm:t>
    </dgm:pt>
    <dgm:pt modelId="{81C6369B-AC2C-4F6D-B00A-AF99E29C35DB}" type="parTrans" cxnId="{50B10B1A-D2B6-44FC-AC57-9DFEF0F425EF}">
      <dgm:prSet/>
      <dgm:spPr/>
      <dgm:t>
        <a:bodyPr/>
        <a:lstStyle/>
        <a:p>
          <a:endParaRPr lang="en-GB"/>
        </a:p>
      </dgm:t>
    </dgm:pt>
    <dgm:pt modelId="{2900893D-C397-447F-BB44-3DF63499E179}" type="sibTrans" cxnId="{50B10B1A-D2B6-44FC-AC57-9DFEF0F425EF}">
      <dgm:prSet/>
      <dgm:spPr/>
      <dgm:t>
        <a:bodyPr/>
        <a:lstStyle/>
        <a:p>
          <a:endParaRPr lang="en-GB"/>
        </a:p>
      </dgm:t>
    </dgm:pt>
    <dgm:pt modelId="{43FB6A58-7544-47FF-AFFA-39E6F63FB71F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SNAP.b.SN25</a:t>
          </a:r>
          <a:endParaRPr lang="en-CH" sz="1000" dirty="0"/>
        </a:p>
      </dgm:t>
    </dgm:pt>
    <dgm:pt modelId="{06E17B4B-2A1B-4A1D-B793-6572492E4178}" type="parTrans" cxnId="{4C5374B9-6FE1-48F8-9A25-4EE67C65C013}">
      <dgm:prSet/>
      <dgm:spPr/>
      <dgm:t>
        <a:bodyPr/>
        <a:lstStyle/>
        <a:p>
          <a:endParaRPr lang="en-GB"/>
        </a:p>
      </dgm:t>
    </dgm:pt>
    <dgm:pt modelId="{A7A51318-611C-494E-A59E-8C7DBFB55304}" type="sibTrans" cxnId="{4C5374B9-6FE1-48F8-9A25-4EE67C65C013}">
      <dgm:prSet/>
      <dgm:spPr/>
      <dgm:t>
        <a:bodyPr/>
        <a:lstStyle/>
        <a:p>
          <a:endParaRPr lang="en-GB"/>
        </a:p>
      </dgm:t>
    </dgm:pt>
    <dgm:pt modelId="{D5ADBCF5-F22C-4C17-94F9-8E100B2F7DC1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SNAP.c.Sec9</a:t>
          </a:r>
          <a:endParaRPr lang="en-CH" sz="1000" dirty="0"/>
        </a:p>
      </dgm:t>
    </dgm:pt>
    <dgm:pt modelId="{2281C00A-F88B-408B-87AF-37A955AD7227}" type="parTrans" cxnId="{AC5D5D24-DD0D-4AB9-A39A-A58FCE25894C}">
      <dgm:prSet/>
      <dgm:spPr/>
      <dgm:t>
        <a:bodyPr/>
        <a:lstStyle/>
        <a:p>
          <a:endParaRPr lang="en-GB"/>
        </a:p>
      </dgm:t>
    </dgm:pt>
    <dgm:pt modelId="{8DD44916-E026-4FA2-BAF1-76ABB1F5653E}" type="sibTrans" cxnId="{AC5D5D24-DD0D-4AB9-A39A-A58FCE25894C}">
      <dgm:prSet/>
      <dgm:spPr/>
      <dgm:t>
        <a:bodyPr/>
        <a:lstStyle/>
        <a:p>
          <a:endParaRPr lang="en-GB"/>
        </a:p>
      </dgm:t>
    </dgm:pt>
    <dgm:pt modelId="{0A34E417-22C1-484F-96CF-695A011839E3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SNAP.c.SN29</a:t>
          </a:r>
          <a:endParaRPr lang="en-CH" sz="1000" dirty="0"/>
        </a:p>
      </dgm:t>
    </dgm:pt>
    <dgm:pt modelId="{51E3F7E6-4557-4AEC-BB4C-B287B237A0D9}" type="parTrans" cxnId="{E76BD77A-7AFC-42E3-BCC3-1E3BE23A915B}">
      <dgm:prSet/>
      <dgm:spPr/>
      <dgm:t>
        <a:bodyPr/>
        <a:lstStyle/>
        <a:p>
          <a:endParaRPr lang="en-GB"/>
        </a:p>
      </dgm:t>
    </dgm:pt>
    <dgm:pt modelId="{F8055153-405C-49F3-B73C-5E1CDAF4330C}" type="sibTrans" cxnId="{E76BD77A-7AFC-42E3-BCC3-1E3BE23A915B}">
      <dgm:prSet/>
      <dgm:spPr/>
      <dgm:t>
        <a:bodyPr/>
        <a:lstStyle/>
        <a:p>
          <a:endParaRPr lang="en-GB"/>
        </a:p>
      </dgm:t>
    </dgm:pt>
    <dgm:pt modelId="{4FEA4A55-8F81-4F06-90E0-E173CF263A8F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1000" dirty="0"/>
            <a:t>SNAP.c.SN25</a:t>
          </a:r>
          <a:endParaRPr lang="en-CH" sz="1000" dirty="0"/>
        </a:p>
      </dgm:t>
    </dgm:pt>
    <dgm:pt modelId="{D8940C22-896F-4522-9732-F9278F6A332A}" type="parTrans" cxnId="{5F3AF95F-1B38-4813-90A8-29873D874199}">
      <dgm:prSet/>
      <dgm:spPr/>
      <dgm:t>
        <a:bodyPr/>
        <a:lstStyle/>
        <a:p>
          <a:endParaRPr lang="en-GB"/>
        </a:p>
      </dgm:t>
    </dgm:pt>
    <dgm:pt modelId="{8B8FF3A3-6D71-4511-8F62-D7A1DF0155F9}" type="sibTrans" cxnId="{5F3AF95F-1B38-4813-90A8-29873D874199}">
      <dgm:prSet/>
      <dgm:spPr/>
      <dgm:t>
        <a:bodyPr/>
        <a:lstStyle/>
        <a:p>
          <a:endParaRPr lang="en-GB"/>
        </a:p>
      </dgm:t>
    </dgm:pt>
    <dgm:pt modelId="{7DEF8CD8-CF88-4B58-93A5-1E198CD95F90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s-ES" sz="2800" dirty="0"/>
            <a:t>SNARE</a:t>
          </a:r>
          <a:endParaRPr lang="en-CH" sz="2800" dirty="0"/>
        </a:p>
      </dgm:t>
    </dgm:pt>
    <dgm:pt modelId="{F6B2CB6F-5A01-4EEE-92D0-F374DBA715F2}" type="parTrans" cxnId="{5AD58FA8-EB7B-40B5-8B72-ABDFC0F154E6}">
      <dgm:prSet/>
      <dgm:spPr/>
      <dgm:t>
        <a:bodyPr/>
        <a:lstStyle/>
        <a:p>
          <a:endParaRPr lang="en-GB"/>
        </a:p>
      </dgm:t>
    </dgm:pt>
    <dgm:pt modelId="{5982A0FB-F151-4024-B45F-5E9EF9BF9A24}" type="sibTrans" cxnId="{5AD58FA8-EB7B-40B5-8B72-ABDFC0F154E6}">
      <dgm:prSet/>
      <dgm:spPr/>
      <dgm:t>
        <a:bodyPr/>
        <a:lstStyle/>
        <a:p>
          <a:endParaRPr lang="en-GB"/>
        </a:p>
      </dgm:t>
    </dgm:pt>
    <dgm:pt modelId="{C3BEBF3D-D6CB-48D3-9BD0-91426A110378}" type="pres">
      <dgm:prSet presAssocID="{B4B3B9EA-3E59-4765-B038-5E3035B9F5F9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4EEBA68-E3F5-43EE-987E-066C063D398E}" type="pres">
      <dgm:prSet presAssocID="{7DEF8CD8-CF88-4B58-93A5-1E198CD95F90}" presName="root1" presStyleCnt="0"/>
      <dgm:spPr/>
    </dgm:pt>
    <dgm:pt modelId="{27A0DF80-3A8C-483F-AFF3-2FD8275DA7CB}" type="pres">
      <dgm:prSet presAssocID="{7DEF8CD8-CF88-4B58-93A5-1E198CD95F90}" presName="LevelOneTextNode" presStyleLbl="node0" presStyleIdx="0" presStyleCnt="1" custScaleX="191088" custScaleY="147509">
        <dgm:presLayoutVars>
          <dgm:chPref val="3"/>
        </dgm:presLayoutVars>
      </dgm:prSet>
      <dgm:spPr/>
    </dgm:pt>
    <dgm:pt modelId="{86B950EB-34B2-466F-9073-8A9093FE3852}" type="pres">
      <dgm:prSet presAssocID="{7DEF8CD8-CF88-4B58-93A5-1E198CD95F90}" presName="level2hierChild" presStyleCnt="0"/>
      <dgm:spPr/>
    </dgm:pt>
    <dgm:pt modelId="{058F1309-1349-4068-AE5F-C291EEEA860C}" type="pres">
      <dgm:prSet presAssocID="{066D0DFC-2EE3-49E7-8007-E688F4751E82}" presName="conn2-1" presStyleLbl="parChTrans1D2" presStyleIdx="0" presStyleCnt="5"/>
      <dgm:spPr/>
    </dgm:pt>
    <dgm:pt modelId="{20E3AB61-37F2-4994-B7FB-52CA0860B54D}" type="pres">
      <dgm:prSet presAssocID="{066D0DFC-2EE3-49E7-8007-E688F4751E82}" presName="connTx" presStyleLbl="parChTrans1D2" presStyleIdx="0" presStyleCnt="5"/>
      <dgm:spPr/>
    </dgm:pt>
    <dgm:pt modelId="{DD580B67-3F73-4CAE-B1EC-6EACFB78814E}" type="pres">
      <dgm:prSet presAssocID="{EBF3E981-89D4-4231-A066-392812F413F6}" presName="root2" presStyleCnt="0"/>
      <dgm:spPr/>
    </dgm:pt>
    <dgm:pt modelId="{8D00497E-ECEA-4B20-B13B-F6CB3B8943D7}" type="pres">
      <dgm:prSet presAssocID="{EBF3E981-89D4-4231-A066-392812F413F6}" presName="LevelTwoTextNode" presStyleLbl="node2" presStyleIdx="0" presStyleCnt="5" custScaleX="133845" custScaleY="140865">
        <dgm:presLayoutVars>
          <dgm:chPref val="3"/>
        </dgm:presLayoutVars>
      </dgm:prSet>
      <dgm:spPr/>
    </dgm:pt>
    <dgm:pt modelId="{C0967026-C4BE-496B-A9EA-34BBAE1DE0C7}" type="pres">
      <dgm:prSet presAssocID="{EBF3E981-89D4-4231-A066-392812F413F6}" presName="level3hierChild" presStyleCnt="0"/>
      <dgm:spPr/>
    </dgm:pt>
    <dgm:pt modelId="{C1F80346-4B8F-455B-A2C9-821C8F377503}" type="pres">
      <dgm:prSet presAssocID="{DF458B20-58F6-43E2-8A52-D104A28AA03C}" presName="conn2-1" presStyleLbl="parChTrans1D3" presStyleIdx="0" presStyleCnt="17"/>
      <dgm:spPr/>
    </dgm:pt>
    <dgm:pt modelId="{95EC88E8-6507-44C8-A9A2-4381325A1990}" type="pres">
      <dgm:prSet presAssocID="{DF458B20-58F6-43E2-8A52-D104A28AA03C}" presName="connTx" presStyleLbl="parChTrans1D3" presStyleIdx="0" presStyleCnt="17"/>
      <dgm:spPr/>
    </dgm:pt>
    <dgm:pt modelId="{E9FEB3CA-A36C-4A97-BAAF-FE7F791978DB}" type="pres">
      <dgm:prSet presAssocID="{0C3F9659-34B7-4D99-9D98-BE6BAD6FE90B}" presName="root2" presStyleCnt="0"/>
      <dgm:spPr/>
    </dgm:pt>
    <dgm:pt modelId="{2AABE19E-6D67-407C-9C77-7CBD6596E610}" type="pres">
      <dgm:prSet presAssocID="{0C3F9659-34B7-4D99-9D98-BE6BAD6FE90B}" presName="LevelTwoTextNode" presStyleLbl="node3" presStyleIdx="0" presStyleCnt="17" custLinFactNeighborX="54976">
        <dgm:presLayoutVars>
          <dgm:chPref val="3"/>
        </dgm:presLayoutVars>
      </dgm:prSet>
      <dgm:spPr/>
    </dgm:pt>
    <dgm:pt modelId="{B6265347-A174-4340-AA4D-4A16082C0E75}" type="pres">
      <dgm:prSet presAssocID="{0C3F9659-34B7-4D99-9D98-BE6BAD6FE90B}" presName="level3hierChild" presStyleCnt="0"/>
      <dgm:spPr/>
    </dgm:pt>
    <dgm:pt modelId="{F8BD10A0-D13F-4E5A-8086-59ED0A20798B}" type="pres">
      <dgm:prSet presAssocID="{2E29462C-8671-4C04-8667-E46FC4FD5A75}" presName="conn2-1" presStyleLbl="parChTrans1D4" presStyleIdx="0" presStyleCnt="52"/>
      <dgm:spPr/>
    </dgm:pt>
    <dgm:pt modelId="{56D1214E-A56C-4494-B82B-BDFB39A2142A}" type="pres">
      <dgm:prSet presAssocID="{2E29462C-8671-4C04-8667-E46FC4FD5A75}" presName="connTx" presStyleLbl="parChTrans1D4" presStyleIdx="0" presStyleCnt="52"/>
      <dgm:spPr/>
    </dgm:pt>
    <dgm:pt modelId="{606F206B-36DD-46B2-8AEB-668180A9F571}" type="pres">
      <dgm:prSet presAssocID="{DADBD429-DBAA-4440-A088-9612B25F7001}" presName="root2" presStyleCnt="0"/>
      <dgm:spPr/>
    </dgm:pt>
    <dgm:pt modelId="{2B592AA7-78DB-44C1-91E5-BE386E575EAD}" type="pres">
      <dgm:prSet presAssocID="{DADBD429-DBAA-4440-A088-9612B25F7001}" presName="LevelTwoTextNode" presStyleLbl="node4" presStyleIdx="0" presStyleCnt="52" custScaleX="93761" custLinFactNeighborX="93974">
        <dgm:presLayoutVars>
          <dgm:chPref val="3"/>
        </dgm:presLayoutVars>
      </dgm:prSet>
      <dgm:spPr/>
    </dgm:pt>
    <dgm:pt modelId="{F04B4B98-3D0B-447E-A02E-CE3202E601F7}" type="pres">
      <dgm:prSet presAssocID="{DADBD429-DBAA-4440-A088-9612B25F7001}" presName="level3hierChild" presStyleCnt="0"/>
      <dgm:spPr/>
    </dgm:pt>
    <dgm:pt modelId="{FDDF99B7-B4BE-4084-B4C5-FAEBD091F27A}" type="pres">
      <dgm:prSet presAssocID="{5C00F6A0-6869-46F7-AD6E-281440E27690}" presName="conn2-1" presStyleLbl="parChTrans1D4" presStyleIdx="1" presStyleCnt="52"/>
      <dgm:spPr/>
    </dgm:pt>
    <dgm:pt modelId="{0D66B42E-2982-49AE-9926-7B8D6EB60BCD}" type="pres">
      <dgm:prSet presAssocID="{5C00F6A0-6869-46F7-AD6E-281440E27690}" presName="connTx" presStyleLbl="parChTrans1D4" presStyleIdx="1" presStyleCnt="52"/>
      <dgm:spPr/>
    </dgm:pt>
    <dgm:pt modelId="{3B442A09-3089-4E32-B19D-D5CF754BDB4B}" type="pres">
      <dgm:prSet presAssocID="{C7C566B0-D630-4B9C-BECB-41C7C415616D}" presName="root2" presStyleCnt="0"/>
      <dgm:spPr/>
    </dgm:pt>
    <dgm:pt modelId="{9CD1CC9F-49C6-4E20-AB74-00709858207E}" type="pres">
      <dgm:prSet presAssocID="{C7C566B0-D630-4B9C-BECB-41C7C415616D}" presName="LevelTwoTextNode" presStyleLbl="node4" presStyleIdx="1" presStyleCnt="52" custScaleX="93761" custLinFactNeighborX="93974">
        <dgm:presLayoutVars>
          <dgm:chPref val="3"/>
        </dgm:presLayoutVars>
      </dgm:prSet>
      <dgm:spPr/>
    </dgm:pt>
    <dgm:pt modelId="{07169CAD-FFFF-4D9F-9A40-0FE48DD36293}" type="pres">
      <dgm:prSet presAssocID="{C7C566B0-D630-4B9C-BECB-41C7C415616D}" presName="level3hierChild" presStyleCnt="0"/>
      <dgm:spPr/>
    </dgm:pt>
    <dgm:pt modelId="{B98E4B14-2FDC-4876-872D-961BED8E0A83}" type="pres">
      <dgm:prSet presAssocID="{1A421E7D-3058-4B60-A2D9-130394A1F5A5}" presName="conn2-1" presStyleLbl="parChTrans1D4" presStyleIdx="2" presStyleCnt="52"/>
      <dgm:spPr/>
    </dgm:pt>
    <dgm:pt modelId="{AD38B8DF-E11F-4729-BB60-4D511CB45D00}" type="pres">
      <dgm:prSet presAssocID="{1A421E7D-3058-4B60-A2D9-130394A1F5A5}" presName="connTx" presStyleLbl="parChTrans1D4" presStyleIdx="2" presStyleCnt="52"/>
      <dgm:spPr/>
    </dgm:pt>
    <dgm:pt modelId="{2098A66F-37E3-4890-AC4E-55F2271B8D22}" type="pres">
      <dgm:prSet presAssocID="{03695D00-E2E0-42FA-A11F-D085B93A493D}" presName="root2" presStyleCnt="0"/>
      <dgm:spPr/>
    </dgm:pt>
    <dgm:pt modelId="{D938FC41-DC00-4471-A7ED-28BB94364F41}" type="pres">
      <dgm:prSet presAssocID="{03695D00-E2E0-42FA-A11F-D085B93A493D}" presName="LevelTwoTextNode" presStyleLbl="node4" presStyleIdx="2" presStyleCnt="52" custScaleX="186574" custLinFactX="100000" custLinFactNeighborX="119829">
        <dgm:presLayoutVars>
          <dgm:chPref val="3"/>
        </dgm:presLayoutVars>
      </dgm:prSet>
      <dgm:spPr/>
    </dgm:pt>
    <dgm:pt modelId="{D3268F8E-7EC7-431C-94FB-63C1597178F4}" type="pres">
      <dgm:prSet presAssocID="{03695D00-E2E0-42FA-A11F-D085B93A493D}" presName="level3hierChild" presStyleCnt="0"/>
      <dgm:spPr/>
    </dgm:pt>
    <dgm:pt modelId="{CF57D08B-27B8-47A0-AFB8-61D9449AD07A}" type="pres">
      <dgm:prSet presAssocID="{25D4773D-76BA-4491-90C0-5A43A06B69DD}" presName="conn2-1" presStyleLbl="parChTrans1D4" presStyleIdx="3" presStyleCnt="52"/>
      <dgm:spPr/>
    </dgm:pt>
    <dgm:pt modelId="{401387C7-0241-481B-A0C7-6A6AD32735F0}" type="pres">
      <dgm:prSet presAssocID="{25D4773D-76BA-4491-90C0-5A43A06B69DD}" presName="connTx" presStyleLbl="parChTrans1D4" presStyleIdx="3" presStyleCnt="52"/>
      <dgm:spPr/>
    </dgm:pt>
    <dgm:pt modelId="{94065162-8C28-4D84-B72D-FA9F6005B209}" type="pres">
      <dgm:prSet presAssocID="{BD69F49E-D28C-4BF8-926F-18319B1B4DFF}" presName="root2" presStyleCnt="0"/>
      <dgm:spPr/>
    </dgm:pt>
    <dgm:pt modelId="{3773053F-AECD-4462-81D5-1EB13209A4DA}" type="pres">
      <dgm:prSet presAssocID="{BD69F49E-D28C-4BF8-926F-18319B1B4DFF}" presName="LevelTwoTextNode" presStyleLbl="node4" presStyleIdx="3" presStyleCnt="52" custScaleX="186574" custLinFactX="100000" custLinFactNeighborX="119829">
        <dgm:presLayoutVars>
          <dgm:chPref val="3"/>
        </dgm:presLayoutVars>
      </dgm:prSet>
      <dgm:spPr/>
    </dgm:pt>
    <dgm:pt modelId="{EE643051-6B87-48AB-B045-23675C213BC2}" type="pres">
      <dgm:prSet presAssocID="{BD69F49E-D28C-4BF8-926F-18319B1B4DFF}" presName="level3hierChild" presStyleCnt="0"/>
      <dgm:spPr/>
    </dgm:pt>
    <dgm:pt modelId="{D5322D1E-30FF-493A-99C3-037DE2E31972}" type="pres">
      <dgm:prSet presAssocID="{8E55254F-0E51-49C6-8971-F53E4EF5B163}" presName="conn2-1" presStyleLbl="parChTrans1D4" presStyleIdx="4" presStyleCnt="52"/>
      <dgm:spPr/>
    </dgm:pt>
    <dgm:pt modelId="{44F8920C-C472-4AF5-ACD9-B689A05EB92B}" type="pres">
      <dgm:prSet presAssocID="{8E55254F-0E51-49C6-8971-F53E4EF5B163}" presName="connTx" presStyleLbl="parChTrans1D4" presStyleIdx="4" presStyleCnt="52"/>
      <dgm:spPr/>
    </dgm:pt>
    <dgm:pt modelId="{B1BB1737-966F-4E58-8186-F4320D147C78}" type="pres">
      <dgm:prSet presAssocID="{01E15446-EF34-4BBB-9553-B6BCA729118A}" presName="root2" presStyleCnt="0"/>
      <dgm:spPr/>
    </dgm:pt>
    <dgm:pt modelId="{6177205F-A24C-4002-8907-83F933726424}" type="pres">
      <dgm:prSet presAssocID="{01E15446-EF34-4BBB-9553-B6BCA729118A}" presName="LevelTwoTextNode" presStyleLbl="node4" presStyleIdx="4" presStyleCnt="52" custScaleX="186574" custLinFactX="100000" custLinFactNeighborX="120558">
        <dgm:presLayoutVars>
          <dgm:chPref val="3"/>
        </dgm:presLayoutVars>
      </dgm:prSet>
      <dgm:spPr/>
    </dgm:pt>
    <dgm:pt modelId="{E0E977DE-C99C-4B94-8694-94E82931BA57}" type="pres">
      <dgm:prSet presAssocID="{01E15446-EF34-4BBB-9553-B6BCA729118A}" presName="level3hierChild" presStyleCnt="0"/>
      <dgm:spPr/>
    </dgm:pt>
    <dgm:pt modelId="{652B4048-658E-402D-82D4-3D7EC8D7B9E2}" type="pres">
      <dgm:prSet presAssocID="{BE29B2C4-BA28-4F0B-9207-427084786516}" presName="conn2-1" presStyleLbl="parChTrans1D3" presStyleIdx="1" presStyleCnt="17"/>
      <dgm:spPr/>
    </dgm:pt>
    <dgm:pt modelId="{17BC2876-BAD2-4FF5-90FC-CDAF8DAF2C88}" type="pres">
      <dgm:prSet presAssocID="{BE29B2C4-BA28-4F0B-9207-427084786516}" presName="connTx" presStyleLbl="parChTrans1D3" presStyleIdx="1" presStyleCnt="17"/>
      <dgm:spPr/>
    </dgm:pt>
    <dgm:pt modelId="{1C92CEFD-7BF4-4884-B391-2388465EDD47}" type="pres">
      <dgm:prSet presAssocID="{41288682-29AD-4943-B18A-C4FD955836C5}" presName="root2" presStyleCnt="0"/>
      <dgm:spPr/>
    </dgm:pt>
    <dgm:pt modelId="{95D61280-7C7D-437F-B3A8-B9462054ADBE}" type="pres">
      <dgm:prSet presAssocID="{41288682-29AD-4943-B18A-C4FD955836C5}" presName="LevelTwoTextNode" presStyleLbl="node3" presStyleIdx="1" presStyleCnt="17" custLinFactNeighborX="54976">
        <dgm:presLayoutVars>
          <dgm:chPref val="3"/>
        </dgm:presLayoutVars>
      </dgm:prSet>
      <dgm:spPr/>
    </dgm:pt>
    <dgm:pt modelId="{202DAF48-0504-491D-9F3F-B98A0ACB0F96}" type="pres">
      <dgm:prSet presAssocID="{41288682-29AD-4943-B18A-C4FD955836C5}" presName="level3hierChild" presStyleCnt="0"/>
      <dgm:spPr/>
    </dgm:pt>
    <dgm:pt modelId="{89564B8A-CC91-473B-B085-5C8F74909A96}" type="pres">
      <dgm:prSet presAssocID="{5DF4E4F6-1AB8-4AFA-9941-494A5DCE2003}" presName="conn2-1" presStyleLbl="parChTrans1D3" presStyleIdx="2" presStyleCnt="17"/>
      <dgm:spPr/>
    </dgm:pt>
    <dgm:pt modelId="{72219676-59DB-49C2-B482-A09D79CE3BCB}" type="pres">
      <dgm:prSet presAssocID="{5DF4E4F6-1AB8-4AFA-9941-494A5DCE2003}" presName="connTx" presStyleLbl="parChTrans1D3" presStyleIdx="2" presStyleCnt="17"/>
      <dgm:spPr/>
    </dgm:pt>
    <dgm:pt modelId="{AA7A5802-A77D-4490-B5C5-852B9AC7E207}" type="pres">
      <dgm:prSet presAssocID="{05E6F152-D887-4485-A012-648951F6EDEB}" presName="root2" presStyleCnt="0"/>
      <dgm:spPr/>
    </dgm:pt>
    <dgm:pt modelId="{98204F16-4474-42DD-BA18-012AB4B74CD9}" type="pres">
      <dgm:prSet presAssocID="{05E6F152-D887-4485-A012-648951F6EDEB}" presName="LevelTwoTextNode" presStyleLbl="node3" presStyleIdx="2" presStyleCnt="17" custLinFactNeighborX="54976">
        <dgm:presLayoutVars>
          <dgm:chPref val="3"/>
        </dgm:presLayoutVars>
      </dgm:prSet>
      <dgm:spPr/>
    </dgm:pt>
    <dgm:pt modelId="{20E61306-3D8C-4654-872C-6243DDA39E02}" type="pres">
      <dgm:prSet presAssocID="{05E6F152-D887-4485-A012-648951F6EDEB}" presName="level3hierChild" presStyleCnt="0"/>
      <dgm:spPr/>
    </dgm:pt>
    <dgm:pt modelId="{AFCFCB3C-3293-45DA-BEF2-97CBCA7DF316}" type="pres">
      <dgm:prSet presAssocID="{776B8D7F-AF72-4516-87B2-A8E66C211D38}" presName="conn2-1" presStyleLbl="parChTrans1D2" presStyleIdx="1" presStyleCnt="5"/>
      <dgm:spPr/>
    </dgm:pt>
    <dgm:pt modelId="{3A333B58-2C6A-4789-8C7D-F148FE9C2EA9}" type="pres">
      <dgm:prSet presAssocID="{776B8D7F-AF72-4516-87B2-A8E66C211D38}" presName="connTx" presStyleLbl="parChTrans1D2" presStyleIdx="1" presStyleCnt="5"/>
      <dgm:spPr/>
    </dgm:pt>
    <dgm:pt modelId="{35B7A525-E207-41EA-873D-B1040D74DB5C}" type="pres">
      <dgm:prSet presAssocID="{4426B836-D9FD-4689-9316-93204E3E93EB}" presName="root2" presStyleCnt="0"/>
      <dgm:spPr/>
    </dgm:pt>
    <dgm:pt modelId="{4DAF134F-FEE1-44BD-ADA9-D0C4272E7C5C}" type="pres">
      <dgm:prSet presAssocID="{4426B836-D9FD-4689-9316-93204E3E93EB}" presName="LevelTwoTextNode" presStyleLbl="node2" presStyleIdx="1" presStyleCnt="5" custScaleX="133845" custScaleY="140865">
        <dgm:presLayoutVars>
          <dgm:chPref val="3"/>
        </dgm:presLayoutVars>
      </dgm:prSet>
      <dgm:spPr/>
    </dgm:pt>
    <dgm:pt modelId="{FCB95370-51F7-4216-8A9B-FABB8A58D4B2}" type="pres">
      <dgm:prSet presAssocID="{4426B836-D9FD-4689-9316-93204E3E93EB}" presName="level3hierChild" presStyleCnt="0"/>
      <dgm:spPr/>
    </dgm:pt>
    <dgm:pt modelId="{6F673465-6034-4083-9B38-2DCF2C0C2719}" type="pres">
      <dgm:prSet presAssocID="{C50490DC-6AFE-4AE3-8298-64C7E8938F08}" presName="conn2-1" presStyleLbl="parChTrans1D3" presStyleIdx="3" presStyleCnt="17"/>
      <dgm:spPr/>
    </dgm:pt>
    <dgm:pt modelId="{09FF3B31-D2D6-4B2A-A71F-5FE336B1CB60}" type="pres">
      <dgm:prSet presAssocID="{C50490DC-6AFE-4AE3-8298-64C7E8938F08}" presName="connTx" presStyleLbl="parChTrans1D3" presStyleIdx="3" presStyleCnt="17"/>
      <dgm:spPr/>
    </dgm:pt>
    <dgm:pt modelId="{5DC8E522-EEBE-4932-A564-C26B7DA8A441}" type="pres">
      <dgm:prSet presAssocID="{7C8DA967-1901-4C39-B6EC-2778C1A79732}" presName="root2" presStyleCnt="0"/>
      <dgm:spPr/>
    </dgm:pt>
    <dgm:pt modelId="{9576290D-87E6-4626-BF50-F8665AF84292}" type="pres">
      <dgm:prSet presAssocID="{7C8DA967-1901-4C39-B6EC-2778C1A79732}" presName="LevelTwoTextNode" presStyleLbl="node3" presStyleIdx="3" presStyleCnt="17" custLinFactNeighborX="54976">
        <dgm:presLayoutVars>
          <dgm:chPref val="3"/>
        </dgm:presLayoutVars>
      </dgm:prSet>
      <dgm:spPr/>
    </dgm:pt>
    <dgm:pt modelId="{50F28815-D59F-4EB5-AF04-5CB58EDFE2D8}" type="pres">
      <dgm:prSet presAssocID="{7C8DA967-1901-4C39-B6EC-2778C1A79732}" presName="level3hierChild" presStyleCnt="0"/>
      <dgm:spPr/>
    </dgm:pt>
    <dgm:pt modelId="{ECD0AE4B-6477-4A30-8526-DF0323B39F4E}" type="pres">
      <dgm:prSet presAssocID="{BFF3039B-D03A-42E2-9D15-8525EBD67523}" presName="conn2-1" presStyleLbl="parChTrans1D4" presStyleIdx="5" presStyleCnt="52"/>
      <dgm:spPr/>
    </dgm:pt>
    <dgm:pt modelId="{23264437-6BE6-48B3-8598-5DDF5A2B3E7D}" type="pres">
      <dgm:prSet presAssocID="{BFF3039B-D03A-42E2-9D15-8525EBD67523}" presName="connTx" presStyleLbl="parChTrans1D4" presStyleIdx="5" presStyleCnt="52"/>
      <dgm:spPr/>
    </dgm:pt>
    <dgm:pt modelId="{D7F501FB-EA7E-45D7-BF35-B5C331D53125}" type="pres">
      <dgm:prSet presAssocID="{56AA101D-50F9-44C5-BD4D-EE697BDF6937}" presName="root2" presStyleCnt="0"/>
      <dgm:spPr/>
    </dgm:pt>
    <dgm:pt modelId="{9C0505C8-BE98-4D16-86FC-0CF226D955BE}" type="pres">
      <dgm:prSet presAssocID="{56AA101D-50F9-44C5-BD4D-EE697BDF6937}" presName="LevelTwoTextNode" presStyleLbl="node4" presStyleIdx="5" presStyleCnt="52" custScaleX="166197" custLinFactNeighborX="93974">
        <dgm:presLayoutVars>
          <dgm:chPref val="3"/>
        </dgm:presLayoutVars>
      </dgm:prSet>
      <dgm:spPr/>
    </dgm:pt>
    <dgm:pt modelId="{82B0AFDC-2F0F-478E-9E63-3EEB3FBBEC6E}" type="pres">
      <dgm:prSet presAssocID="{56AA101D-50F9-44C5-BD4D-EE697BDF6937}" presName="level3hierChild" presStyleCnt="0"/>
      <dgm:spPr/>
    </dgm:pt>
    <dgm:pt modelId="{3E791E97-F526-4010-83E2-E0229050FE02}" type="pres">
      <dgm:prSet presAssocID="{187BD53A-7D1B-40FF-AFE5-BCD8C8437814}" presName="conn2-1" presStyleLbl="parChTrans1D4" presStyleIdx="6" presStyleCnt="52"/>
      <dgm:spPr/>
    </dgm:pt>
    <dgm:pt modelId="{2DDAD914-F9B7-444A-95AC-7F11F7C6FF22}" type="pres">
      <dgm:prSet presAssocID="{187BD53A-7D1B-40FF-AFE5-BCD8C8437814}" presName="connTx" presStyleLbl="parChTrans1D4" presStyleIdx="6" presStyleCnt="52"/>
      <dgm:spPr/>
    </dgm:pt>
    <dgm:pt modelId="{3B554147-61D0-4E55-B467-E76EABB70ECF}" type="pres">
      <dgm:prSet presAssocID="{0681A442-2F0A-42BC-ADE2-EACEE4DA077B}" presName="root2" presStyleCnt="0"/>
      <dgm:spPr/>
    </dgm:pt>
    <dgm:pt modelId="{C7BC06C6-6CF4-4E14-9A39-B7599D3BD6FC}" type="pres">
      <dgm:prSet presAssocID="{0681A442-2F0A-42BC-ADE2-EACEE4DA077B}" presName="LevelTwoTextNode" presStyleLbl="node4" presStyleIdx="6" presStyleCnt="52" custScaleX="166197" custLinFactNeighborX="93974">
        <dgm:presLayoutVars>
          <dgm:chPref val="3"/>
        </dgm:presLayoutVars>
      </dgm:prSet>
      <dgm:spPr/>
    </dgm:pt>
    <dgm:pt modelId="{7CEB80FD-E868-47AE-A104-5CE537526741}" type="pres">
      <dgm:prSet presAssocID="{0681A442-2F0A-42BC-ADE2-EACEE4DA077B}" presName="level3hierChild" presStyleCnt="0"/>
      <dgm:spPr/>
    </dgm:pt>
    <dgm:pt modelId="{E1FC72BA-1622-4B18-8510-F377CE2784EC}" type="pres">
      <dgm:prSet presAssocID="{22DBB1E5-07DF-4101-B749-6664DD209C81}" presName="conn2-1" presStyleLbl="parChTrans1D4" presStyleIdx="7" presStyleCnt="52"/>
      <dgm:spPr/>
    </dgm:pt>
    <dgm:pt modelId="{5577E67A-8903-48AC-A0EF-667B3F9AFBFC}" type="pres">
      <dgm:prSet presAssocID="{22DBB1E5-07DF-4101-B749-6664DD209C81}" presName="connTx" presStyleLbl="parChTrans1D4" presStyleIdx="7" presStyleCnt="52"/>
      <dgm:spPr/>
    </dgm:pt>
    <dgm:pt modelId="{C68EB09A-6ACC-4593-8707-33609AE3389E}" type="pres">
      <dgm:prSet presAssocID="{358C85D6-9A59-4557-8048-054C8E72DEFB}" presName="root2" presStyleCnt="0"/>
      <dgm:spPr/>
    </dgm:pt>
    <dgm:pt modelId="{F9D026B3-8135-436E-ADAA-ED22B17E9C30}" type="pres">
      <dgm:prSet presAssocID="{358C85D6-9A59-4557-8048-054C8E72DEFB}" presName="LevelTwoTextNode" presStyleLbl="node4" presStyleIdx="7" presStyleCnt="52" custScaleX="166197" custLinFactNeighborX="93974">
        <dgm:presLayoutVars>
          <dgm:chPref val="3"/>
        </dgm:presLayoutVars>
      </dgm:prSet>
      <dgm:spPr/>
    </dgm:pt>
    <dgm:pt modelId="{82EB1792-E1C9-4E6B-A4C4-B65733D158FE}" type="pres">
      <dgm:prSet presAssocID="{358C85D6-9A59-4557-8048-054C8E72DEFB}" presName="level3hierChild" presStyleCnt="0"/>
      <dgm:spPr/>
    </dgm:pt>
    <dgm:pt modelId="{78CCC72F-928B-43C4-B0B2-F1ADCDA6AB60}" type="pres">
      <dgm:prSet presAssocID="{1F31ABF9-4552-4202-993F-9FBCAA693688}" presName="conn2-1" presStyleLbl="parChTrans1D3" presStyleIdx="4" presStyleCnt="17"/>
      <dgm:spPr/>
    </dgm:pt>
    <dgm:pt modelId="{1DE6C68D-CC31-469F-AE7D-4DDA351509A3}" type="pres">
      <dgm:prSet presAssocID="{1F31ABF9-4552-4202-993F-9FBCAA693688}" presName="connTx" presStyleLbl="parChTrans1D3" presStyleIdx="4" presStyleCnt="17"/>
      <dgm:spPr/>
    </dgm:pt>
    <dgm:pt modelId="{E0B13387-B112-4F0A-BE3F-7E9BFE046E30}" type="pres">
      <dgm:prSet presAssocID="{7A4DB81D-20B4-4C4F-81C2-901731EBA332}" presName="root2" presStyleCnt="0"/>
      <dgm:spPr/>
    </dgm:pt>
    <dgm:pt modelId="{2E7C9942-C788-4FD4-AB41-B98866F19466}" type="pres">
      <dgm:prSet presAssocID="{7A4DB81D-20B4-4C4F-81C2-901731EBA332}" presName="LevelTwoTextNode" presStyleLbl="node3" presStyleIdx="4" presStyleCnt="17" custLinFactNeighborX="54976">
        <dgm:presLayoutVars>
          <dgm:chPref val="3"/>
        </dgm:presLayoutVars>
      </dgm:prSet>
      <dgm:spPr/>
    </dgm:pt>
    <dgm:pt modelId="{88119F36-18E9-4B6B-8349-C0FFB8934A04}" type="pres">
      <dgm:prSet presAssocID="{7A4DB81D-20B4-4C4F-81C2-901731EBA332}" presName="level3hierChild" presStyleCnt="0"/>
      <dgm:spPr/>
    </dgm:pt>
    <dgm:pt modelId="{023396BD-7DE6-4BBF-B17A-2C3393016DD4}" type="pres">
      <dgm:prSet presAssocID="{2A12DFAA-3039-4A2A-84D9-326FD1B8C1B3}" presName="conn2-1" presStyleLbl="parChTrans1D4" presStyleIdx="8" presStyleCnt="52"/>
      <dgm:spPr/>
    </dgm:pt>
    <dgm:pt modelId="{6EFB5E67-B7D0-4282-8DED-104886673CC3}" type="pres">
      <dgm:prSet presAssocID="{2A12DFAA-3039-4A2A-84D9-326FD1B8C1B3}" presName="connTx" presStyleLbl="parChTrans1D4" presStyleIdx="8" presStyleCnt="52"/>
      <dgm:spPr/>
    </dgm:pt>
    <dgm:pt modelId="{B565BA27-D7A8-455F-B9CD-D375D9DC66A0}" type="pres">
      <dgm:prSet presAssocID="{92F917DC-E8F5-452B-8E67-033588C412D0}" presName="root2" presStyleCnt="0"/>
      <dgm:spPr/>
    </dgm:pt>
    <dgm:pt modelId="{AA76D18B-495A-4A67-A7E6-67E804A3129A}" type="pres">
      <dgm:prSet presAssocID="{92F917DC-E8F5-452B-8E67-033588C412D0}" presName="LevelTwoTextNode" presStyleLbl="node4" presStyleIdx="8" presStyleCnt="52" custScaleX="97976" custLinFactNeighborX="93974">
        <dgm:presLayoutVars>
          <dgm:chPref val="3"/>
        </dgm:presLayoutVars>
      </dgm:prSet>
      <dgm:spPr/>
    </dgm:pt>
    <dgm:pt modelId="{7EACA592-A49B-4923-B52B-68E7B52D83EC}" type="pres">
      <dgm:prSet presAssocID="{92F917DC-E8F5-452B-8E67-033588C412D0}" presName="level3hierChild" presStyleCnt="0"/>
      <dgm:spPr/>
    </dgm:pt>
    <dgm:pt modelId="{A839F336-6FE4-4B40-B104-8E191E8CE490}" type="pres">
      <dgm:prSet presAssocID="{8E0CCEDC-581E-4F87-BEC5-C68574804ED1}" presName="conn2-1" presStyleLbl="parChTrans1D4" presStyleIdx="9" presStyleCnt="52"/>
      <dgm:spPr/>
    </dgm:pt>
    <dgm:pt modelId="{52B92789-F084-418E-91FA-1E62DA25D379}" type="pres">
      <dgm:prSet presAssocID="{8E0CCEDC-581E-4F87-BEC5-C68574804ED1}" presName="connTx" presStyleLbl="parChTrans1D4" presStyleIdx="9" presStyleCnt="52"/>
      <dgm:spPr/>
    </dgm:pt>
    <dgm:pt modelId="{DC331649-A721-464B-9BC7-DB50EC844466}" type="pres">
      <dgm:prSet presAssocID="{3D312479-5DFA-43B0-A2B3-836B4DDDD96B}" presName="root2" presStyleCnt="0"/>
      <dgm:spPr/>
    </dgm:pt>
    <dgm:pt modelId="{76825784-8991-49DE-BA75-D6847E15EDE3}" type="pres">
      <dgm:prSet presAssocID="{3D312479-5DFA-43B0-A2B3-836B4DDDD96B}" presName="LevelTwoTextNode" presStyleLbl="node4" presStyleIdx="9" presStyleCnt="52" custScaleX="181009" custLinFactX="100000" custLinFactNeighborX="119829">
        <dgm:presLayoutVars>
          <dgm:chPref val="3"/>
        </dgm:presLayoutVars>
      </dgm:prSet>
      <dgm:spPr/>
    </dgm:pt>
    <dgm:pt modelId="{87560CCD-5A98-4D10-B7C6-7EBC04A0FB79}" type="pres">
      <dgm:prSet presAssocID="{3D312479-5DFA-43B0-A2B3-836B4DDDD96B}" presName="level3hierChild" presStyleCnt="0"/>
      <dgm:spPr/>
    </dgm:pt>
    <dgm:pt modelId="{AC510BBB-79D1-4B6C-890D-6C290B8D996C}" type="pres">
      <dgm:prSet presAssocID="{D7EFE145-4CB0-4FC2-BCA2-41CACC1410AE}" presName="conn2-1" presStyleLbl="parChTrans1D4" presStyleIdx="10" presStyleCnt="52"/>
      <dgm:spPr/>
    </dgm:pt>
    <dgm:pt modelId="{4B31D0FC-33A6-49A2-B5F8-6E44F5F0031F}" type="pres">
      <dgm:prSet presAssocID="{D7EFE145-4CB0-4FC2-BCA2-41CACC1410AE}" presName="connTx" presStyleLbl="parChTrans1D4" presStyleIdx="10" presStyleCnt="52"/>
      <dgm:spPr/>
    </dgm:pt>
    <dgm:pt modelId="{759685B7-B5BA-475B-8290-392CC89D362D}" type="pres">
      <dgm:prSet presAssocID="{F956A11E-2C72-4FC5-BF96-C2FD3B7CF89E}" presName="root2" presStyleCnt="0"/>
      <dgm:spPr/>
    </dgm:pt>
    <dgm:pt modelId="{F04DE97B-2416-4FAB-88B6-E39C01933B64}" type="pres">
      <dgm:prSet presAssocID="{F956A11E-2C72-4FC5-BF96-C2FD3B7CF89E}" presName="LevelTwoTextNode" presStyleLbl="node4" presStyleIdx="10" presStyleCnt="52" custScaleX="181009" custLinFactX="100000" custLinFactNeighborX="119829">
        <dgm:presLayoutVars>
          <dgm:chPref val="3"/>
        </dgm:presLayoutVars>
      </dgm:prSet>
      <dgm:spPr/>
    </dgm:pt>
    <dgm:pt modelId="{54015F91-035E-451E-94D7-D7E0F8138496}" type="pres">
      <dgm:prSet presAssocID="{F956A11E-2C72-4FC5-BF96-C2FD3B7CF89E}" presName="level3hierChild" presStyleCnt="0"/>
      <dgm:spPr/>
    </dgm:pt>
    <dgm:pt modelId="{54B9134F-BFB6-441B-8E4D-7E4C4B6C6156}" type="pres">
      <dgm:prSet presAssocID="{BCBA13A9-3005-4A76-979C-9B0761CA9208}" presName="conn2-1" presStyleLbl="parChTrans1D4" presStyleIdx="11" presStyleCnt="52"/>
      <dgm:spPr/>
    </dgm:pt>
    <dgm:pt modelId="{C0A3D9FE-E3A0-41CE-80A4-5B445A206672}" type="pres">
      <dgm:prSet presAssocID="{BCBA13A9-3005-4A76-979C-9B0761CA9208}" presName="connTx" presStyleLbl="parChTrans1D4" presStyleIdx="11" presStyleCnt="52"/>
      <dgm:spPr/>
    </dgm:pt>
    <dgm:pt modelId="{7114F47E-ED25-4E34-911A-0826370388CC}" type="pres">
      <dgm:prSet presAssocID="{91DB8A81-850E-4611-A25E-490C30BC682D}" presName="root2" presStyleCnt="0"/>
      <dgm:spPr/>
    </dgm:pt>
    <dgm:pt modelId="{C5162589-FDC8-4935-84FE-2D30BD6D5EE7}" type="pres">
      <dgm:prSet presAssocID="{91DB8A81-850E-4611-A25E-490C30BC682D}" presName="LevelTwoTextNode" presStyleLbl="node4" presStyleIdx="11" presStyleCnt="52" custScaleX="181009" custLinFactX="100000" custLinFactNeighborX="119829">
        <dgm:presLayoutVars>
          <dgm:chPref val="3"/>
        </dgm:presLayoutVars>
      </dgm:prSet>
      <dgm:spPr/>
    </dgm:pt>
    <dgm:pt modelId="{276D8EF0-2097-4955-99CE-6E76659EE2AB}" type="pres">
      <dgm:prSet presAssocID="{91DB8A81-850E-4611-A25E-490C30BC682D}" presName="level3hierChild" presStyleCnt="0"/>
      <dgm:spPr/>
    </dgm:pt>
    <dgm:pt modelId="{E9A01032-3F13-40AB-875C-F0F7D7306BE9}" type="pres">
      <dgm:prSet presAssocID="{864EBEC5-4024-4E72-9D50-89F805516F19}" presName="conn2-1" presStyleLbl="parChTrans1D4" presStyleIdx="12" presStyleCnt="52"/>
      <dgm:spPr/>
    </dgm:pt>
    <dgm:pt modelId="{496B850F-C7C9-4C29-A978-46E2FD40E128}" type="pres">
      <dgm:prSet presAssocID="{864EBEC5-4024-4E72-9D50-89F805516F19}" presName="connTx" presStyleLbl="parChTrans1D4" presStyleIdx="12" presStyleCnt="52"/>
      <dgm:spPr/>
    </dgm:pt>
    <dgm:pt modelId="{01B26180-9137-458B-88AD-C21F4A7B2D00}" type="pres">
      <dgm:prSet presAssocID="{E4F9F9D0-07B0-4F96-B646-E148C735FE7E}" presName="root2" presStyleCnt="0"/>
      <dgm:spPr/>
    </dgm:pt>
    <dgm:pt modelId="{15E1BB8C-034E-4D43-B117-84FB15952416}" type="pres">
      <dgm:prSet presAssocID="{E4F9F9D0-07B0-4F96-B646-E148C735FE7E}" presName="LevelTwoTextNode" presStyleLbl="node4" presStyleIdx="12" presStyleCnt="52" custScaleX="97976" custLinFactNeighborX="93974">
        <dgm:presLayoutVars>
          <dgm:chPref val="3"/>
        </dgm:presLayoutVars>
      </dgm:prSet>
      <dgm:spPr/>
    </dgm:pt>
    <dgm:pt modelId="{383F7516-B0D0-48DB-B226-F47CF5D91864}" type="pres">
      <dgm:prSet presAssocID="{E4F9F9D0-07B0-4F96-B646-E148C735FE7E}" presName="level3hierChild" presStyleCnt="0"/>
      <dgm:spPr/>
    </dgm:pt>
    <dgm:pt modelId="{1DF24980-DED8-43D0-82A1-42721F694D88}" type="pres">
      <dgm:prSet presAssocID="{8B1CC938-302E-4C7C-9871-13AE564836E4}" presName="conn2-1" presStyleLbl="parChTrans1D4" presStyleIdx="13" presStyleCnt="52"/>
      <dgm:spPr/>
    </dgm:pt>
    <dgm:pt modelId="{60AFE002-BF0D-4199-AA75-E2152642DE9F}" type="pres">
      <dgm:prSet presAssocID="{8B1CC938-302E-4C7C-9871-13AE564836E4}" presName="connTx" presStyleLbl="parChTrans1D4" presStyleIdx="13" presStyleCnt="52"/>
      <dgm:spPr/>
    </dgm:pt>
    <dgm:pt modelId="{F2EA7F08-11F3-4310-9769-865984A809BE}" type="pres">
      <dgm:prSet presAssocID="{DB05212C-FE07-4C2F-A053-4B148E139DE1}" presName="root2" presStyleCnt="0"/>
      <dgm:spPr/>
    </dgm:pt>
    <dgm:pt modelId="{309DDF3F-C879-483A-9872-18B514664C0F}" type="pres">
      <dgm:prSet presAssocID="{DB05212C-FE07-4C2F-A053-4B148E139DE1}" presName="LevelTwoTextNode" presStyleLbl="node4" presStyleIdx="13" presStyleCnt="52" custScaleX="176820" custLinFactX="100000" custLinFactNeighborX="119829">
        <dgm:presLayoutVars>
          <dgm:chPref val="3"/>
        </dgm:presLayoutVars>
      </dgm:prSet>
      <dgm:spPr/>
    </dgm:pt>
    <dgm:pt modelId="{21F498D1-17CD-4AB7-BA0E-75A9A37706D1}" type="pres">
      <dgm:prSet presAssocID="{DB05212C-FE07-4C2F-A053-4B148E139DE1}" presName="level3hierChild" presStyleCnt="0"/>
      <dgm:spPr/>
    </dgm:pt>
    <dgm:pt modelId="{6C189BA4-6D9F-44C8-8732-84A94B692C3D}" type="pres">
      <dgm:prSet presAssocID="{3D0096C5-B64F-47F5-9A70-96769A5BB22E}" presName="conn2-1" presStyleLbl="parChTrans1D4" presStyleIdx="14" presStyleCnt="52"/>
      <dgm:spPr/>
    </dgm:pt>
    <dgm:pt modelId="{0E37D078-589E-492C-993C-243D89576BB4}" type="pres">
      <dgm:prSet presAssocID="{3D0096C5-B64F-47F5-9A70-96769A5BB22E}" presName="connTx" presStyleLbl="parChTrans1D4" presStyleIdx="14" presStyleCnt="52"/>
      <dgm:spPr/>
    </dgm:pt>
    <dgm:pt modelId="{2AA604FC-8D42-451D-8A0D-ADF047001FE0}" type="pres">
      <dgm:prSet presAssocID="{E6E5C7DD-354F-4DEB-BC49-40BCE8DC2813}" presName="root2" presStyleCnt="0"/>
      <dgm:spPr/>
    </dgm:pt>
    <dgm:pt modelId="{F31EAEC9-4B58-4DBD-955C-4A7587BDC79C}" type="pres">
      <dgm:prSet presAssocID="{E6E5C7DD-354F-4DEB-BC49-40BCE8DC2813}" presName="LevelTwoTextNode" presStyleLbl="node4" presStyleIdx="14" presStyleCnt="52" custScaleX="176820" custLinFactX="100000" custLinFactNeighborX="119829">
        <dgm:presLayoutVars>
          <dgm:chPref val="3"/>
        </dgm:presLayoutVars>
      </dgm:prSet>
      <dgm:spPr/>
    </dgm:pt>
    <dgm:pt modelId="{9A10E720-102E-42D3-AB85-086C87DE9857}" type="pres">
      <dgm:prSet presAssocID="{E6E5C7DD-354F-4DEB-BC49-40BCE8DC2813}" presName="level3hierChild" presStyleCnt="0"/>
      <dgm:spPr/>
    </dgm:pt>
    <dgm:pt modelId="{E1373F89-A4D6-4E10-A163-5176A8A5C6FA}" type="pres">
      <dgm:prSet presAssocID="{0B31B3DA-7BC9-4260-835D-3EEFA465AA21}" presName="conn2-1" presStyleLbl="parChTrans1D3" presStyleIdx="5" presStyleCnt="17"/>
      <dgm:spPr/>
    </dgm:pt>
    <dgm:pt modelId="{4FC2F9B5-E869-4C01-A410-F9B5BFFB6A0A}" type="pres">
      <dgm:prSet presAssocID="{0B31B3DA-7BC9-4260-835D-3EEFA465AA21}" presName="connTx" presStyleLbl="parChTrans1D3" presStyleIdx="5" presStyleCnt="17"/>
      <dgm:spPr/>
    </dgm:pt>
    <dgm:pt modelId="{5F279386-860C-472B-A73F-14A9B3CA50A0}" type="pres">
      <dgm:prSet presAssocID="{EE038495-1708-4A53-AC82-AD38CAE1055F}" presName="root2" presStyleCnt="0"/>
      <dgm:spPr/>
    </dgm:pt>
    <dgm:pt modelId="{CA960FB4-E464-42C9-8D0D-E5F88B189548}" type="pres">
      <dgm:prSet presAssocID="{EE038495-1708-4A53-AC82-AD38CAE1055F}" presName="LevelTwoTextNode" presStyleLbl="node3" presStyleIdx="5" presStyleCnt="17" custLinFactNeighborX="54976">
        <dgm:presLayoutVars>
          <dgm:chPref val="3"/>
        </dgm:presLayoutVars>
      </dgm:prSet>
      <dgm:spPr/>
    </dgm:pt>
    <dgm:pt modelId="{2EFBB117-59F3-48E7-85C7-A700915A2857}" type="pres">
      <dgm:prSet presAssocID="{EE038495-1708-4A53-AC82-AD38CAE1055F}" presName="level3hierChild" presStyleCnt="0"/>
      <dgm:spPr/>
    </dgm:pt>
    <dgm:pt modelId="{8C8167E8-021E-4D0A-A3DE-2FD0C56373D3}" type="pres">
      <dgm:prSet presAssocID="{98BF40A8-8A3A-4C9A-B1D0-D9555708AEF1}" presName="conn2-1" presStyleLbl="parChTrans1D4" presStyleIdx="15" presStyleCnt="52"/>
      <dgm:spPr/>
    </dgm:pt>
    <dgm:pt modelId="{3B7F726F-1E65-42DA-B4CF-CA1074A306A4}" type="pres">
      <dgm:prSet presAssocID="{98BF40A8-8A3A-4C9A-B1D0-D9555708AEF1}" presName="connTx" presStyleLbl="parChTrans1D4" presStyleIdx="15" presStyleCnt="52"/>
      <dgm:spPr/>
    </dgm:pt>
    <dgm:pt modelId="{104A080B-644F-4345-95A8-874ADE44B6EE}" type="pres">
      <dgm:prSet presAssocID="{C1DF0FE4-1EAE-4D95-8F66-3009AE1FB95B}" presName="root2" presStyleCnt="0"/>
      <dgm:spPr/>
    </dgm:pt>
    <dgm:pt modelId="{A81F0C68-78A1-466C-A8BC-5B5315EA8B50}" type="pres">
      <dgm:prSet presAssocID="{C1DF0FE4-1EAE-4D95-8F66-3009AE1FB95B}" presName="LevelTwoTextNode" presStyleLbl="node4" presStyleIdx="15" presStyleCnt="52" custScaleX="98456" custLinFactNeighborX="93974">
        <dgm:presLayoutVars>
          <dgm:chPref val="3"/>
        </dgm:presLayoutVars>
      </dgm:prSet>
      <dgm:spPr/>
    </dgm:pt>
    <dgm:pt modelId="{301ABDCD-BD1E-425A-B910-1098A79A9119}" type="pres">
      <dgm:prSet presAssocID="{C1DF0FE4-1EAE-4D95-8F66-3009AE1FB95B}" presName="level3hierChild" presStyleCnt="0"/>
      <dgm:spPr/>
    </dgm:pt>
    <dgm:pt modelId="{E4530DB6-6999-4B6E-9F8A-D63E438A4ED9}" type="pres">
      <dgm:prSet presAssocID="{DE5942D3-8CC1-4763-84AD-B59AC3973DA3}" presName="conn2-1" presStyleLbl="parChTrans1D4" presStyleIdx="16" presStyleCnt="52"/>
      <dgm:spPr/>
    </dgm:pt>
    <dgm:pt modelId="{1872AD0B-C5A1-4377-AD79-361F9684CE13}" type="pres">
      <dgm:prSet presAssocID="{DE5942D3-8CC1-4763-84AD-B59AC3973DA3}" presName="connTx" presStyleLbl="parChTrans1D4" presStyleIdx="16" presStyleCnt="52"/>
      <dgm:spPr/>
    </dgm:pt>
    <dgm:pt modelId="{78B68CEF-A912-499B-9A71-CE96CE54A1F5}" type="pres">
      <dgm:prSet presAssocID="{4F9BDF96-1429-4874-A6C8-E003A073FAFB}" presName="root2" presStyleCnt="0"/>
      <dgm:spPr/>
    </dgm:pt>
    <dgm:pt modelId="{402D206B-8CA6-40E2-BD43-120D0389BA24}" type="pres">
      <dgm:prSet presAssocID="{4F9BDF96-1429-4874-A6C8-E003A073FAFB}" presName="LevelTwoTextNode" presStyleLbl="node4" presStyleIdx="16" presStyleCnt="52" custScaleX="158716" custLinFactX="100000" custLinFactNeighborX="119829">
        <dgm:presLayoutVars>
          <dgm:chPref val="3"/>
        </dgm:presLayoutVars>
      </dgm:prSet>
      <dgm:spPr/>
    </dgm:pt>
    <dgm:pt modelId="{4945533C-A27E-4839-98E6-0FBAE3B21823}" type="pres">
      <dgm:prSet presAssocID="{4F9BDF96-1429-4874-A6C8-E003A073FAFB}" presName="level3hierChild" presStyleCnt="0"/>
      <dgm:spPr/>
    </dgm:pt>
    <dgm:pt modelId="{9DF1F035-BC4C-41C3-A4E4-7A5AE3C4EC8E}" type="pres">
      <dgm:prSet presAssocID="{7A14EEE8-D6CF-4340-A466-E5EEB9C99376}" presName="conn2-1" presStyleLbl="parChTrans1D4" presStyleIdx="17" presStyleCnt="52"/>
      <dgm:spPr/>
    </dgm:pt>
    <dgm:pt modelId="{0499A96E-697E-453E-A659-AF40E23BCE16}" type="pres">
      <dgm:prSet presAssocID="{7A14EEE8-D6CF-4340-A466-E5EEB9C99376}" presName="connTx" presStyleLbl="parChTrans1D4" presStyleIdx="17" presStyleCnt="52"/>
      <dgm:spPr/>
    </dgm:pt>
    <dgm:pt modelId="{2F48C656-1E4A-4F8C-BF2F-E6F25BF10F06}" type="pres">
      <dgm:prSet presAssocID="{C65A75C2-10FF-45BF-9DCF-A6E011C2E93E}" presName="root2" presStyleCnt="0"/>
      <dgm:spPr/>
    </dgm:pt>
    <dgm:pt modelId="{08611881-4F71-468F-AAD1-A731F992C2ED}" type="pres">
      <dgm:prSet presAssocID="{C65A75C2-10FF-45BF-9DCF-A6E011C2E93E}" presName="LevelTwoTextNode" presStyleLbl="node4" presStyleIdx="17" presStyleCnt="52" custScaleX="158716" custLinFactX="100000" custLinFactNeighborX="119829">
        <dgm:presLayoutVars>
          <dgm:chPref val="3"/>
        </dgm:presLayoutVars>
      </dgm:prSet>
      <dgm:spPr/>
    </dgm:pt>
    <dgm:pt modelId="{1661FCA2-B36F-4894-B977-23FD12DFB82E}" type="pres">
      <dgm:prSet presAssocID="{C65A75C2-10FF-45BF-9DCF-A6E011C2E93E}" presName="level3hierChild" presStyleCnt="0"/>
      <dgm:spPr/>
    </dgm:pt>
    <dgm:pt modelId="{860F001C-406C-4E44-BA7C-DC4B1DF5AD5F}" type="pres">
      <dgm:prSet presAssocID="{656C0BD3-AFFF-4B97-9BB3-DD8956D3F135}" presName="conn2-1" presStyleLbl="parChTrans1D4" presStyleIdx="18" presStyleCnt="52"/>
      <dgm:spPr/>
    </dgm:pt>
    <dgm:pt modelId="{B34CE313-5346-4642-960A-6C84EEAB5298}" type="pres">
      <dgm:prSet presAssocID="{656C0BD3-AFFF-4B97-9BB3-DD8956D3F135}" presName="connTx" presStyleLbl="parChTrans1D4" presStyleIdx="18" presStyleCnt="52"/>
      <dgm:spPr/>
    </dgm:pt>
    <dgm:pt modelId="{03AF1C66-C2A8-434F-AE4B-71E30561648D}" type="pres">
      <dgm:prSet presAssocID="{CFAA07CF-F953-4851-8E1E-C079B847CC56}" presName="root2" presStyleCnt="0"/>
      <dgm:spPr/>
    </dgm:pt>
    <dgm:pt modelId="{17C5B00F-B7D3-48F6-962F-26CEA3E49881}" type="pres">
      <dgm:prSet presAssocID="{CFAA07CF-F953-4851-8E1E-C079B847CC56}" presName="LevelTwoTextNode" presStyleLbl="node4" presStyleIdx="18" presStyleCnt="52" custScaleX="158716" custLinFactX="100000" custLinFactNeighborX="119829">
        <dgm:presLayoutVars>
          <dgm:chPref val="3"/>
        </dgm:presLayoutVars>
      </dgm:prSet>
      <dgm:spPr/>
    </dgm:pt>
    <dgm:pt modelId="{5B3D82B5-5303-4CEB-9A0D-F02667E2A29D}" type="pres">
      <dgm:prSet presAssocID="{CFAA07CF-F953-4851-8E1E-C079B847CC56}" presName="level3hierChild" presStyleCnt="0"/>
      <dgm:spPr/>
    </dgm:pt>
    <dgm:pt modelId="{DD1DE8C1-0986-4827-B2FE-C5CA96839F1B}" type="pres">
      <dgm:prSet presAssocID="{70580813-81A9-467A-BAD0-C93A70D08556}" presName="conn2-1" presStyleLbl="parChTrans1D4" presStyleIdx="19" presStyleCnt="52"/>
      <dgm:spPr/>
    </dgm:pt>
    <dgm:pt modelId="{D4F3C2A9-82E6-4C0C-9E98-0BA7AF09F5D0}" type="pres">
      <dgm:prSet presAssocID="{70580813-81A9-467A-BAD0-C93A70D08556}" presName="connTx" presStyleLbl="parChTrans1D4" presStyleIdx="19" presStyleCnt="52"/>
      <dgm:spPr/>
    </dgm:pt>
    <dgm:pt modelId="{868CD078-1AED-44F7-8CC1-CF5483264798}" type="pres">
      <dgm:prSet presAssocID="{F6F46422-5521-40E1-8B8A-9CC25866306A}" presName="root2" presStyleCnt="0"/>
      <dgm:spPr/>
    </dgm:pt>
    <dgm:pt modelId="{B30EC4D6-531E-4BCB-BC19-C1835281D486}" type="pres">
      <dgm:prSet presAssocID="{F6F46422-5521-40E1-8B8A-9CC25866306A}" presName="LevelTwoTextNode" presStyleLbl="node4" presStyleIdx="19" presStyleCnt="52" custScaleX="158716" custLinFactX="100000" custLinFactNeighborX="119829">
        <dgm:presLayoutVars>
          <dgm:chPref val="3"/>
        </dgm:presLayoutVars>
      </dgm:prSet>
      <dgm:spPr/>
    </dgm:pt>
    <dgm:pt modelId="{4F5975B2-09DF-4678-8DD7-8B4F38DFDC8B}" type="pres">
      <dgm:prSet presAssocID="{F6F46422-5521-40E1-8B8A-9CC25866306A}" presName="level3hierChild" presStyleCnt="0"/>
      <dgm:spPr/>
    </dgm:pt>
    <dgm:pt modelId="{EC8DE83B-A973-4BA5-AA41-ABA8444E788A}" type="pres">
      <dgm:prSet presAssocID="{64B5E1FF-44A7-4E83-9544-4D994A30EB2C}" presName="conn2-1" presStyleLbl="parChTrans1D4" presStyleIdx="20" presStyleCnt="52"/>
      <dgm:spPr/>
    </dgm:pt>
    <dgm:pt modelId="{12C8B16C-CA95-4CBB-9910-DDD1773C31C5}" type="pres">
      <dgm:prSet presAssocID="{64B5E1FF-44A7-4E83-9544-4D994A30EB2C}" presName="connTx" presStyleLbl="parChTrans1D4" presStyleIdx="20" presStyleCnt="52"/>
      <dgm:spPr/>
    </dgm:pt>
    <dgm:pt modelId="{80B25D23-3084-4758-8F52-9E481AA014DC}" type="pres">
      <dgm:prSet presAssocID="{EA1A92F4-C410-466F-B51B-DACF47109592}" presName="root2" presStyleCnt="0"/>
      <dgm:spPr/>
    </dgm:pt>
    <dgm:pt modelId="{6661A560-440E-4D8B-8886-86E25A89447D}" type="pres">
      <dgm:prSet presAssocID="{EA1A92F4-C410-466F-B51B-DACF47109592}" presName="LevelTwoTextNode" presStyleLbl="node4" presStyleIdx="20" presStyleCnt="52" custScaleX="98456" custLinFactNeighborX="93974">
        <dgm:presLayoutVars>
          <dgm:chPref val="3"/>
        </dgm:presLayoutVars>
      </dgm:prSet>
      <dgm:spPr/>
    </dgm:pt>
    <dgm:pt modelId="{04D2A2D9-EE42-4EB5-B8BE-FE7092D237FA}" type="pres">
      <dgm:prSet presAssocID="{EA1A92F4-C410-466F-B51B-DACF47109592}" presName="level3hierChild" presStyleCnt="0"/>
      <dgm:spPr/>
    </dgm:pt>
    <dgm:pt modelId="{665D8BD3-60AC-4E9F-AF20-D8338FC22D08}" type="pres">
      <dgm:prSet presAssocID="{40949CD4-EA4D-48DF-99F5-B292456F4AF6}" presName="conn2-1" presStyleLbl="parChTrans1D3" presStyleIdx="6" presStyleCnt="17"/>
      <dgm:spPr/>
    </dgm:pt>
    <dgm:pt modelId="{13CB3D2F-62AB-43AC-914C-1045C4C72B0F}" type="pres">
      <dgm:prSet presAssocID="{40949CD4-EA4D-48DF-99F5-B292456F4AF6}" presName="connTx" presStyleLbl="parChTrans1D3" presStyleIdx="6" presStyleCnt="17"/>
      <dgm:spPr/>
    </dgm:pt>
    <dgm:pt modelId="{960A35B8-FD7E-4166-9FED-D1FAF4CB486C}" type="pres">
      <dgm:prSet presAssocID="{B6BB2D64-4093-4E8C-8EEF-44D6987FB6BB}" presName="root2" presStyleCnt="0"/>
      <dgm:spPr/>
    </dgm:pt>
    <dgm:pt modelId="{6AF50DE9-7908-466B-85E1-FC136672E8C8}" type="pres">
      <dgm:prSet presAssocID="{B6BB2D64-4093-4E8C-8EEF-44D6987FB6BB}" presName="LevelTwoTextNode" presStyleLbl="node3" presStyleIdx="6" presStyleCnt="17" custLinFactNeighborX="54976">
        <dgm:presLayoutVars>
          <dgm:chPref val="3"/>
        </dgm:presLayoutVars>
      </dgm:prSet>
      <dgm:spPr/>
    </dgm:pt>
    <dgm:pt modelId="{ADC8558C-C056-4FBD-91E4-19D38FCB5ADF}" type="pres">
      <dgm:prSet presAssocID="{B6BB2D64-4093-4E8C-8EEF-44D6987FB6BB}" presName="level3hierChild" presStyleCnt="0"/>
      <dgm:spPr/>
    </dgm:pt>
    <dgm:pt modelId="{4F0A6A23-690D-47D3-A9CF-FE0742B328CE}" type="pres">
      <dgm:prSet presAssocID="{79E29AA5-CBDA-409F-A078-DF8A9C9F7317}" presName="conn2-1" presStyleLbl="parChTrans1D2" presStyleIdx="2" presStyleCnt="5"/>
      <dgm:spPr/>
    </dgm:pt>
    <dgm:pt modelId="{C18CA55B-24BC-47E3-BE00-721E0CB88917}" type="pres">
      <dgm:prSet presAssocID="{79E29AA5-CBDA-409F-A078-DF8A9C9F7317}" presName="connTx" presStyleLbl="parChTrans1D2" presStyleIdx="2" presStyleCnt="5"/>
      <dgm:spPr/>
    </dgm:pt>
    <dgm:pt modelId="{03111243-2F22-4CFC-966D-BCA893631E24}" type="pres">
      <dgm:prSet presAssocID="{6A0D10D7-9C98-4FF2-BABA-9592E49EA02D}" presName="root2" presStyleCnt="0"/>
      <dgm:spPr/>
    </dgm:pt>
    <dgm:pt modelId="{E2E9BF89-6171-46E4-8D20-2ACA9BF8B716}" type="pres">
      <dgm:prSet presAssocID="{6A0D10D7-9C98-4FF2-BABA-9592E49EA02D}" presName="LevelTwoTextNode" presStyleLbl="node2" presStyleIdx="2" presStyleCnt="5" custScaleX="133845" custScaleY="140865">
        <dgm:presLayoutVars>
          <dgm:chPref val="3"/>
        </dgm:presLayoutVars>
      </dgm:prSet>
      <dgm:spPr/>
    </dgm:pt>
    <dgm:pt modelId="{C2F1B929-5C87-4692-B039-F2919B33ADFC}" type="pres">
      <dgm:prSet presAssocID="{6A0D10D7-9C98-4FF2-BABA-9592E49EA02D}" presName="level3hierChild" presStyleCnt="0"/>
      <dgm:spPr/>
    </dgm:pt>
    <dgm:pt modelId="{2EB254C5-5CB4-4BB5-B725-E3BD0467837F}" type="pres">
      <dgm:prSet presAssocID="{745456DA-D4BC-47E3-AC00-3F506054B82B}" presName="conn2-1" presStyleLbl="parChTrans1D3" presStyleIdx="7" presStyleCnt="17"/>
      <dgm:spPr/>
    </dgm:pt>
    <dgm:pt modelId="{E0CDA480-8A28-4C04-8CFC-55E7D7AE912F}" type="pres">
      <dgm:prSet presAssocID="{745456DA-D4BC-47E3-AC00-3F506054B82B}" presName="connTx" presStyleLbl="parChTrans1D3" presStyleIdx="7" presStyleCnt="17"/>
      <dgm:spPr/>
    </dgm:pt>
    <dgm:pt modelId="{38C9FBCC-3363-4950-A49B-B3F54499A27B}" type="pres">
      <dgm:prSet presAssocID="{F6226DE2-E7FD-42AC-BDB6-D80264E76D6C}" presName="root2" presStyleCnt="0"/>
      <dgm:spPr/>
    </dgm:pt>
    <dgm:pt modelId="{14D816D5-9E28-4147-B2C1-BA8E8422C11B}" type="pres">
      <dgm:prSet presAssocID="{F6226DE2-E7FD-42AC-BDB6-D80264E76D6C}" presName="LevelTwoTextNode" presStyleLbl="node3" presStyleIdx="7" presStyleCnt="17" custLinFactNeighborX="54976">
        <dgm:presLayoutVars>
          <dgm:chPref val="3"/>
        </dgm:presLayoutVars>
      </dgm:prSet>
      <dgm:spPr/>
    </dgm:pt>
    <dgm:pt modelId="{5C35A608-B150-46B7-8DBA-2604AF2CF3A3}" type="pres">
      <dgm:prSet presAssocID="{F6226DE2-E7FD-42AC-BDB6-D80264E76D6C}" presName="level3hierChild" presStyleCnt="0"/>
      <dgm:spPr/>
    </dgm:pt>
    <dgm:pt modelId="{BF7CC3A2-7FEF-4FF1-8875-CFEF4626C65F}" type="pres">
      <dgm:prSet presAssocID="{94A9119C-AE0A-4C47-A752-EBA9D6AE38E9}" presName="conn2-1" presStyleLbl="parChTrans1D4" presStyleIdx="21" presStyleCnt="52"/>
      <dgm:spPr/>
    </dgm:pt>
    <dgm:pt modelId="{D330BE25-6782-4461-9C74-7B77A74C8510}" type="pres">
      <dgm:prSet presAssocID="{94A9119C-AE0A-4C47-A752-EBA9D6AE38E9}" presName="connTx" presStyleLbl="parChTrans1D4" presStyleIdx="21" presStyleCnt="52"/>
      <dgm:spPr/>
    </dgm:pt>
    <dgm:pt modelId="{393562FD-3B52-4C55-974D-0800888BB78A}" type="pres">
      <dgm:prSet presAssocID="{182775C5-0469-4B0A-BBE7-8E66F7D356E6}" presName="root2" presStyleCnt="0"/>
      <dgm:spPr/>
    </dgm:pt>
    <dgm:pt modelId="{18CF1E5B-E0EF-4465-A616-6D14F65774A1}" type="pres">
      <dgm:prSet presAssocID="{182775C5-0469-4B0A-BBE7-8E66F7D356E6}" presName="LevelTwoTextNode" presStyleLbl="node4" presStyleIdx="21" presStyleCnt="52" custScaleX="129459" custLinFactNeighborX="93974">
        <dgm:presLayoutVars>
          <dgm:chPref val="3"/>
        </dgm:presLayoutVars>
      </dgm:prSet>
      <dgm:spPr/>
    </dgm:pt>
    <dgm:pt modelId="{E86B844F-7C39-4B95-81AB-F9619D4AE1C2}" type="pres">
      <dgm:prSet presAssocID="{182775C5-0469-4B0A-BBE7-8E66F7D356E6}" presName="level3hierChild" presStyleCnt="0"/>
      <dgm:spPr/>
    </dgm:pt>
    <dgm:pt modelId="{0D4B45F0-E46A-451F-91D0-3062EE5F33ED}" type="pres">
      <dgm:prSet presAssocID="{80D97337-EA9E-4257-9EFD-FCF4D7CA8413}" presName="conn2-1" presStyleLbl="parChTrans1D4" presStyleIdx="22" presStyleCnt="52"/>
      <dgm:spPr/>
    </dgm:pt>
    <dgm:pt modelId="{A84A7E22-DC59-4047-B3CB-6283BD576F91}" type="pres">
      <dgm:prSet presAssocID="{80D97337-EA9E-4257-9EFD-FCF4D7CA8413}" presName="connTx" presStyleLbl="parChTrans1D4" presStyleIdx="22" presStyleCnt="52"/>
      <dgm:spPr/>
    </dgm:pt>
    <dgm:pt modelId="{11E74B99-0FDC-49B8-82E5-488F48FA5EE6}" type="pres">
      <dgm:prSet presAssocID="{A5555093-807E-46A4-AA3C-02C46FC29981}" presName="root2" presStyleCnt="0"/>
      <dgm:spPr/>
    </dgm:pt>
    <dgm:pt modelId="{E4B5820A-28F0-49DA-BA6F-F163F8330D3C}" type="pres">
      <dgm:prSet presAssocID="{A5555093-807E-46A4-AA3C-02C46FC29981}" presName="LevelTwoTextNode" presStyleLbl="node4" presStyleIdx="22" presStyleCnt="52" custScaleX="129459" custLinFactNeighborX="93974">
        <dgm:presLayoutVars>
          <dgm:chPref val="3"/>
        </dgm:presLayoutVars>
      </dgm:prSet>
      <dgm:spPr/>
    </dgm:pt>
    <dgm:pt modelId="{3F493368-037E-4818-BF34-DA191B6877A4}" type="pres">
      <dgm:prSet presAssocID="{A5555093-807E-46A4-AA3C-02C46FC29981}" presName="level3hierChild" presStyleCnt="0"/>
      <dgm:spPr/>
    </dgm:pt>
    <dgm:pt modelId="{47EC48F9-E2BC-4CEA-B4F1-ED4D4D53B2D1}" type="pres">
      <dgm:prSet presAssocID="{61306BF3-3DBC-4959-B395-414C83E70A72}" presName="conn2-1" presStyleLbl="parChTrans1D4" presStyleIdx="23" presStyleCnt="52"/>
      <dgm:spPr/>
    </dgm:pt>
    <dgm:pt modelId="{D36461B4-ABA1-4158-876E-00ED139FE358}" type="pres">
      <dgm:prSet presAssocID="{61306BF3-3DBC-4959-B395-414C83E70A72}" presName="connTx" presStyleLbl="parChTrans1D4" presStyleIdx="23" presStyleCnt="52"/>
      <dgm:spPr/>
    </dgm:pt>
    <dgm:pt modelId="{CC84B7F6-6130-44AE-AA5A-2F5AC7F31EB2}" type="pres">
      <dgm:prSet presAssocID="{B016329B-B2FB-4EF9-9AC1-10D44778005B}" presName="root2" presStyleCnt="0"/>
      <dgm:spPr/>
    </dgm:pt>
    <dgm:pt modelId="{881476FC-01D5-4B44-9920-E5FF4520232E}" type="pres">
      <dgm:prSet presAssocID="{B016329B-B2FB-4EF9-9AC1-10D44778005B}" presName="LevelTwoTextNode" presStyleLbl="node4" presStyleIdx="23" presStyleCnt="52" custScaleX="129459" custLinFactNeighborX="93974">
        <dgm:presLayoutVars>
          <dgm:chPref val="3"/>
        </dgm:presLayoutVars>
      </dgm:prSet>
      <dgm:spPr/>
    </dgm:pt>
    <dgm:pt modelId="{4A17412C-5280-4C22-B335-57F4258A9694}" type="pres">
      <dgm:prSet presAssocID="{B016329B-B2FB-4EF9-9AC1-10D44778005B}" presName="level3hierChild" presStyleCnt="0"/>
      <dgm:spPr/>
    </dgm:pt>
    <dgm:pt modelId="{8BD9EEF0-EA7C-42EC-BDAC-F496CC909AC6}" type="pres">
      <dgm:prSet presAssocID="{41DA2023-6EAE-4B7B-BD46-6EBA8062C4C0}" presName="conn2-1" presStyleLbl="parChTrans1D3" presStyleIdx="8" presStyleCnt="17"/>
      <dgm:spPr/>
    </dgm:pt>
    <dgm:pt modelId="{D92B7F3B-BDDB-44E2-A31B-DF32DD8B1FFD}" type="pres">
      <dgm:prSet presAssocID="{41DA2023-6EAE-4B7B-BD46-6EBA8062C4C0}" presName="connTx" presStyleLbl="parChTrans1D3" presStyleIdx="8" presStyleCnt="17"/>
      <dgm:spPr/>
    </dgm:pt>
    <dgm:pt modelId="{618025CB-5D9F-42AA-896B-ADE223790AB3}" type="pres">
      <dgm:prSet presAssocID="{BEA60CE6-F8D7-4C49-A413-A827974B0CCC}" presName="root2" presStyleCnt="0"/>
      <dgm:spPr/>
    </dgm:pt>
    <dgm:pt modelId="{65A12CC8-F4A4-481D-B32B-799B2092E21F}" type="pres">
      <dgm:prSet presAssocID="{BEA60CE6-F8D7-4C49-A413-A827974B0CCC}" presName="LevelTwoTextNode" presStyleLbl="node3" presStyleIdx="8" presStyleCnt="17" custLinFactNeighborX="54976">
        <dgm:presLayoutVars>
          <dgm:chPref val="3"/>
        </dgm:presLayoutVars>
      </dgm:prSet>
      <dgm:spPr/>
    </dgm:pt>
    <dgm:pt modelId="{5C0A99A4-679B-49C4-8E8D-55E7A7031F3C}" type="pres">
      <dgm:prSet presAssocID="{BEA60CE6-F8D7-4C49-A413-A827974B0CCC}" presName="level3hierChild" presStyleCnt="0"/>
      <dgm:spPr/>
    </dgm:pt>
    <dgm:pt modelId="{9A1D7F8A-FCF9-49EA-88AA-6396B97A467C}" type="pres">
      <dgm:prSet presAssocID="{959A8725-37CC-46E3-97E8-C767C4CDF0C4}" presName="conn2-1" presStyleLbl="parChTrans1D4" presStyleIdx="24" presStyleCnt="52"/>
      <dgm:spPr/>
    </dgm:pt>
    <dgm:pt modelId="{C3D153D9-5927-40F0-9125-1103E0E84A8F}" type="pres">
      <dgm:prSet presAssocID="{959A8725-37CC-46E3-97E8-C767C4CDF0C4}" presName="connTx" presStyleLbl="parChTrans1D4" presStyleIdx="24" presStyleCnt="52"/>
      <dgm:spPr/>
    </dgm:pt>
    <dgm:pt modelId="{B05FC131-7713-403D-8815-B8AB58BAD963}" type="pres">
      <dgm:prSet presAssocID="{2FF5A82E-5E73-41B3-9BA6-12EEAA97622A}" presName="root2" presStyleCnt="0"/>
      <dgm:spPr/>
    </dgm:pt>
    <dgm:pt modelId="{1F4E9B64-730D-49C9-9D73-96E610EF7E34}" type="pres">
      <dgm:prSet presAssocID="{2FF5A82E-5E73-41B3-9BA6-12EEAA97622A}" presName="LevelTwoTextNode" presStyleLbl="node4" presStyleIdx="24" presStyleCnt="52" custScaleX="128315" custLinFactNeighborX="93974">
        <dgm:presLayoutVars>
          <dgm:chPref val="3"/>
        </dgm:presLayoutVars>
      </dgm:prSet>
      <dgm:spPr/>
    </dgm:pt>
    <dgm:pt modelId="{F2715BD8-8426-4723-9892-F41E96ABDF9E}" type="pres">
      <dgm:prSet presAssocID="{2FF5A82E-5E73-41B3-9BA6-12EEAA97622A}" presName="level3hierChild" presStyleCnt="0"/>
      <dgm:spPr/>
    </dgm:pt>
    <dgm:pt modelId="{CB9636E4-A898-4DC6-95AF-D4AB77B0A6D3}" type="pres">
      <dgm:prSet presAssocID="{86DC6630-259A-4C47-839C-00E64596304A}" presName="conn2-1" presStyleLbl="parChTrans1D4" presStyleIdx="25" presStyleCnt="52"/>
      <dgm:spPr/>
    </dgm:pt>
    <dgm:pt modelId="{629AC7A7-82FC-4537-9453-8694DF452492}" type="pres">
      <dgm:prSet presAssocID="{86DC6630-259A-4C47-839C-00E64596304A}" presName="connTx" presStyleLbl="parChTrans1D4" presStyleIdx="25" presStyleCnt="52"/>
      <dgm:spPr/>
    </dgm:pt>
    <dgm:pt modelId="{AC398CF8-6F2C-40BA-88BF-80A3D44ADF7F}" type="pres">
      <dgm:prSet presAssocID="{6F4B365A-3D0F-4C9F-9E50-8AB30D07FE65}" presName="root2" presStyleCnt="0"/>
      <dgm:spPr/>
    </dgm:pt>
    <dgm:pt modelId="{2701E3F1-8BEF-471A-9065-27D964580C5F}" type="pres">
      <dgm:prSet presAssocID="{6F4B365A-3D0F-4C9F-9E50-8AB30D07FE65}" presName="LevelTwoTextNode" presStyleLbl="node4" presStyleIdx="25" presStyleCnt="52" custScaleX="128315" custLinFactNeighborX="93974">
        <dgm:presLayoutVars>
          <dgm:chPref val="3"/>
        </dgm:presLayoutVars>
      </dgm:prSet>
      <dgm:spPr/>
    </dgm:pt>
    <dgm:pt modelId="{4E863B09-F0E2-40D1-8933-17FB0C201435}" type="pres">
      <dgm:prSet presAssocID="{6F4B365A-3D0F-4C9F-9E50-8AB30D07FE65}" presName="level3hierChild" presStyleCnt="0"/>
      <dgm:spPr/>
    </dgm:pt>
    <dgm:pt modelId="{4DF77B36-C6A3-4657-BB89-598C9CE6289A}" type="pres">
      <dgm:prSet presAssocID="{FD4F9BA1-7B79-48F1-AE75-0D31434831CD}" presName="conn2-1" presStyleLbl="parChTrans1D3" presStyleIdx="9" presStyleCnt="17"/>
      <dgm:spPr/>
    </dgm:pt>
    <dgm:pt modelId="{D3ED1586-33BC-484B-ABD9-FDF662115BC4}" type="pres">
      <dgm:prSet presAssocID="{FD4F9BA1-7B79-48F1-AE75-0D31434831CD}" presName="connTx" presStyleLbl="parChTrans1D3" presStyleIdx="9" presStyleCnt="17"/>
      <dgm:spPr/>
    </dgm:pt>
    <dgm:pt modelId="{8BC31420-B654-4949-A43E-624811AA824F}" type="pres">
      <dgm:prSet presAssocID="{D1F8063F-DDE3-458A-889B-0803840508BE}" presName="root2" presStyleCnt="0"/>
      <dgm:spPr/>
    </dgm:pt>
    <dgm:pt modelId="{9FBCDCEA-11F0-4BDB-AA1D-FABDE0E3E91A}" type="pres">
      <dgm:prSet presAssocID="{D1F8063F-DDE3-458A-889B-0803840508BE}" presName="LevelTwoTextNode" presStyleLbl="node3" presStyleIdx="9" presStyleCnt="17" custLinFactNeighborX="54976">
        <dgm:presLayoutVars>
          <dgm:chPref val="3"/>
        </dgm:presLayoutVars>
      </dgm:prSet>
      <dgm:spPr/>
    </dgm:pt>
    <dgm:pt modelId="{D45AD2B5-90F6-4A40-8EFC-1F903935F29B}" type="pres">
      <dgm:prSet presAssocID="{D1F8063F-DDE3-458A-889B-0803840508BE}" presName="level3hierChild" presStyleCnt="0"/>
      <dgm:spPr/>
    </dgm:pt>
    <dgm:pt modelId="{EED8B05F-1B99-4E2C-94C6-35F728B539B1}" type="pres">
      <dgm:prSet presAssocID="{CF90B901-126F-4119-B080-5C2A74EB5394}" presName="conn2-1" presStyleLbl="parChTrans1D4" presStyleIdx="26" presStyleCnt="52"/>
      <dgm:spPr/>
    </dgm:pt>
    <dgm:pt modelId="{27144C01-E62B-46A1-82EB-CACE172D7523}" type="pres">
      <dgm:prSet presAssocID="{CF90B901-126F-4119-B080-5C2A74EB5394}" presName="connTx" presStyleLbl="parChTrans1D4" presStyleIdx="26" presStyleCnt="52"/>
      <dgm:spPr/>
    </dgm:pt>
    <dgm:pt modelId="{306486EF-8806-48FC-A268-C6122BBAB1A5}" type="pres">
      <dgm:prSet presAssocID="{DA07B54D-507E-4929-86CD-D5D5A8710CE8}" presName="root2" presStyleCnt="0"/>
      <dgm:spPr/>
    </dgm:pt>
    <dgm:pt modelId="{CBF68269-D891-46AF-AB99-1AE647BD5FEA}" type="pres">
      <dgm:prSet presAssocID="{DA07B54D-507E-4929-86CD-D5D5A8710CE8}" presName="LevelTwoTextNode" presStyleLbl="node4" presStyleIdx="26" presStyleCnt="52" custScaleX="73717" custLinFactNeighborX="93974">
        <dgm:presLayoutVars>
          <dgm:chPref val="3"/>
        </dgm:presLayoutVars>
      </dgm:prSet>
      <dgm:spPr/>
    </dgm:pt>
    <dgm:pt modelId="{F5F4A784-0910-411A-A73E-ACCD4C617654}" type="pres">
      <dgm:prSet presAssocID="{DA07B54D-507E-4929-86CD-D5D5A8710CE8}" presName="level3hierChild" presStyleCnt="0"/>
      <dgm:spPr/>
    </dgm:pt>
    <dgm:pt modelId="{A1DCCEDD-76DB-4AD4-9BC0-C4A77DBD8630}" type="pres">
      <dgm:prSet presAssocID="{1E33F97E-B84E-44BA-924C-4A593B2CE75F}" presName="conn2-1" presStyleLbl="parChTrans1D4" presStyleIdx="27" presStyleCnt="52"/>
      <dgm:spPr/>
    </dgm:pt>
    <dgm:pt modelId="{049156C2-A60F-49CF-A4CA-992595604BD9}" type="pres">
      <dgm:prSet presAssocID="{1E33F97E-B84E-44BA-924C-4A593B2CE75F}" presName="connTx" presStyleLbl="parChTrans1D4" presStyleIdx="27" presStyleCnt="52"/>
      <dgm:spPr/>
    </dgm:pt>
    <dgm:pt modelId="{37682B68-37D8-4A41-B981-74597AEE740F}" type="pres">
      <dgm:prSet presAssocID="{C3CE8F2D-EFD4-4BE6-B8C7-6CDF837FB501}" presName="root2" presStyleCnt="0"/>
      <dgm:spPr/>
    </dgm:pt>
    <dgm:pt modelId="{212B3FF7-6187-433B-80DD-2E96632593BE}" type="pres">
      <dgm:prSet presAssocID="{C3CE8F2D-EFD4-4BE6-B8C7-6CDF837FB501}" presName="LevelTwoTextNode" presStyleLbl="node4" presStyleIdx="27" presStyleCnt="52" custScaleX="133178" custLinFactX="100000" custLinFactNeighborX="119829">
        <dgm:presLayoutVars>
          <dgm:chPref val="3"/>
        </dgm:presLayoutVars>
      </dgm:prSet>
      <dgm:spPr/>
    </dgm:pt>
    <dgm:pt modelId="{C5B9C75C-A30D-4686-A648-320CB6312922}" type="pres">
      <dgm:prSet presAssocID="{C3CE8F2D-EFD4-4BE6-B8C7-6CDF837FB501}" presName="level3hierChild" presStyleCnt="0"/>
      <dgm:spPr/>
    </dgm:pt>
    <dgm:pt modelId="{1A58589C-30AD-4C9A-9277-F2EA72E83EE1}" type="pres">
      <dgm:prSet presAssocID="{326B0AAE-68B0-49AC-98A5-9E3A56807E20}" presName="conn2-1" presStyleLbl="parChTrans1D4" presStyleIdx="28" presStyleCnt="52"/>
      <dgm:spPr/>
    </dgm:pt>
    <dgm:pt modelId="{676913DE-59B4-46DE-B696-655F49786D06}" type="pres">
      <dgm:prSet presAssocID="{326B0AAE-68B0-49AC-98A5-9E3A56807E20}" presName="connTx" presStyleLbl="parChTrans1D4" presStyleIdx="28" presStyleCnt="52"/>
      <dgm:spPr/>
    </dgm:pt>
    <dgm:pt modelId="{78957AAB-7AF2-46FE-AFFD-8BE57B24D06E}" type="pres">
      <dgm:prSet presAssocID="{54151576-4090-4615-9A52-89EB298A9D7B}" presName="root2" presStyleCnt="0"/>
      <dgm:spPr/>
    </dgm:pt>
    <dgm:pt modelId="{01069ED2-9041-49DC-95B9-52DB2486E4E9}" type="pres">
      <dgm:prSet presAssocID="{54151576-4090-4615-9A52-89EB298A9D7B}" presName="LevelTwoTextNode" presStyleLbl="node4" presStyleIdx="28" presStyleCnt="52" custScaleX="133178" custLinFactX="100000" custLinFactNeighborX="119829">
        <dgm:presLayoutVars>
          <dgm:chPref val="3"/>
        </dgm:presLayoutVars>
      </dgm:prSet>
      <dgm:spPr/>
    </dgm:pt>
    <dgm:pt modelId="{EBC91550-F5D3-44C2-9551-9483F196B584}" type="pres">
      <dgm:prSet presAssocID="{54151576-4090-4615-9A52-89EB298A9D7B}" presName="level3hierChild" presStyleCnt="0"/>
      <dgm:spPr/>
    </dgm:pt>
    <dgm:pt modelId="{0CC933B8-7A8B-446E-8AA1-D167F5D92B00}" type="pres">
      <dgm:prSet presAssocID="{4E9625DE-A672-4EDB-B4D6-60D96B676580}" presName="conn2-1" presStyleLbl="parChTrans1D4" presStyleIdx="29" presStyleCnt="52"/>
      <dgm:spPr/>
    </dgm:pt>
    <dgm:pt modelId="{10A1EB85-8990-48AC-AAC7-2E136C4D1114}" type="pres">
      <dgm:prSet presAssocID="{4E9625DE-A672-4EDB-B4D6-60D96B676580}" presName="connTx" presStyleLbl="parChTrans1D4" presStyleIdx="29" presStyleCnt="52"/>
      <dgm:spPr/>
    </dgm:pt>
    <dgm:pt modelId="{383A5370-535E-47FD-9700-578486804329}" type="pres">
      <dgm:prSet presAssocID="{8ADA631B-8DA2-4B72-9D7A-A31F4EF225BF}" presName="root2" presStyleCnt="0"/>
      <dgm:spPr/>
    </dgm:pt>
    <dgm:pt modelId="{290A8424-4D0A-4E43-8169-AE8DD1231D41}" type="pres">
      <dgm:prSet presAssocID="{8ADA631B-8DA2-4B72-9D7A-A31F4EF225BF}" presName="LevelTwoTextNode" presStyleLbl="node4" presStyleIdx="29" presStyleCnt="52" custScaleX="133178" custLinFactX="100000" custLinFactNeighborX="119829">
        <dgm:presLayoutVars>
          <dgm:chPref val="3"/>
        </dgm:presLayoutVars>
      </dgm:prSet>
      <dgm:spPr/>
    </dgm:pt>
    <dgm:pt modelId="{8EAC5F90-959C-4F8F-8ACD-B3EA1442B3D4}" type="pres">
      <dgm:prSet presAssocID="{8ADA631B-8DA2-4B72-9D7A-A31F4EF225BF}" presName="level3hierChild" presStyleCnt="0"/>
      <dgm:spPr/>
    </dgm:pt>
    <dgm:pt modelId="{62980B30-1A77-42E9-9896-2E02D26A9321}" type="pres">
      <dgm:prSet presAssocID="{F3EB69AB-899E-4183-8EAD-A078E116AD13}" presName="conn2-1" presStyleLbl="parChTrans1D4" presStyleIdx="30" presStyleCnt="52"/>
      <dgm:spPr/>
    </dgm:pt>
    <dgm:pt modelId="{5EE06688-561D-434A-9B6D-E4FFC1D896B9}" type="pres">
      <dgm:prSet presAssocID="{F3EB69AB-899E-4183-8EAD-A078E116AD13}" presName="connTx" presStyleLbl="parChTrans1D4" presStyleIdx="30" presStyleCnt="52"/>
      <dgm:spPr/>
    </dgm:pt>
    <dgm:pt modelId="{52A1C08B-E796-4457-86AA-91CD3827CAF3}" type="pres">
      <dgm:prSet presAssocID="{BB5A329B-9C11-40CC-BF90-3FEF666B0FEE}" presName="root2" presStyleCnt="0"/>
      <dgm:spPr/>
    </dgm:pt>
    <dgm:pt modelId="{C8057641-544B-48C1-827F-A488F01D6A50}" type="pres">
      <dgm:prSet presAssocID="{BB5A329B-9C11-40CC-BF90-3FEF666B0FEE}" presName="LevelTwoTextNode" presStyleLbl="node4" presStyleIdx="30" presStyleCnt="52" custScaleX="73717" custLinFactNeighborX="93974">
        <dgm:presLayoutVars>
          <dgm:chPref val="3"/>
        </dgm:presLayoutVars>
      </dgm:prSet>
      <dgm:spPr/>
    </dgm:pt>
    <dgm:pt modelId="{BBECFAA9-FC39-44D0-B6CC-C88802DC1A1D}" type="pres">
      <dgm:prSet presAssocID="{BB5A329B-9C11-40CC-BF90-3FEF666B0FEE}" presName="level3hierChild" presStyleCnt="0"/>
      <dgm:spPr/>
    </dgm:pt>
    <dgm:pt modelId="{8F49A915-E435-43B5-80E2-960083CD8FE3}" type="pres">
      <dgm:prSet presAssocID="{8FED7DF5-4F8C-4436-AB42-9D5B8B5FBBFC}" presName="conn2-1" presStyleLbl="parChTrans1D4" presStyleIdx="31" presStyleCnt="52"/>
      <dgm:spPr/>
    </dgm:pt>
    <dgm:pt modelId="{86F9B1E3-1B28-4057-B9CD-05FAA6390F25}" type="pres">
      <dgm:prSet presAssocID="{8FED7DF5-4F8C-4436-AB42-9D5B8B5FBBFC}" presName="connTx" presStyleLbl="parChTrans1D4" presStyleIdx="31" presStyleCnt="52"/>
      <dgm:spPr/>
    </dgm:pt>
    <dgm:pt modelId="{16AE7180-1778-4775-9A2B-A8FF2C8311DC}" type="pres">
      <dgm:prSet presAssocID="{D444B25D-5813-4ACB-8110-980863DA01ED}" presName="root2" presStyleCnt="0"/>
      <dgm:spPr/>
    </dgm:pt>
    <dgm:pt modelId="{485468C6-3E2D-4361-AFD6-5A27174BEB9E}" type="pres">
      <dgm:prSet presAssocID="{D444B25D-5813-4ACB-8110-980863DA01ED}" presName="LevelTwoTextNode" presStyleLbl="node4" presStyleIdx="31" presStyleCnt="52" custScaleX="131744" custLinFactX="100000" custLinFactNeighborX="119829">
        <dgm:presLayoutVars>
          <dgm:chPref val="3"/>
        </dgm:presLayoutVars>
      </dgm:prSet>
      <dgm:spPr/>
    </dgm:pt>
    <dgm:pt modelId="{A15B9761-7C24-4985-8870-160D77B2CD08}" type="pres">
      <dgm:prSet presAssocID="{D444B25D-5813-4ACB-8110-980863DA01ED}" presName="level3hierChild" presStyleCnt="0"/>
      <dgm:spPr/>
    </dgm:pt>
    <dgm:pt modelId="{E00AFBE4-4094-4025-BD93-6C0A8AB757FF}" type="pres">
      <dgm:prSet presAssocID="{9A735A5C-C05D-41A4-AF20-AD6489F6CC7D}" presName="conn2-1" presStyleLbl="parChTrans1D4" presStyleIdx="32" presStyleCnt="52"/>
      <dgm:spPr/>
    </dgm:pt>
    <dgm:pt modelId="{4695D895-9E81-4BE4-9F01-3B5A94B920E3}" type="pres">
      <dgm:prSet presAssocID="{9A735A5C-C05D-41A4-AF20-AD6489F6CC7D}" presName="connTx" presStyleLbl="parChTrans1D4" presStyleIdx="32" presStyleCnt="52"/>
      <dgm:spPr/>
    </dgm:pt>
    <dgm:pt modelId="{5CE97DBB-073E-4DA2-B969-D2E89DF13898}" type="pres">
      <dgm:prSet presAssocID="{598CEB74-09D2-4FD0-A2EF-C304C67EC777}" presName="root2" presStyleCnt="0"/>
      <dgm:spPr/>
    </dgm:pt>
    <dgm:pt modelId="{64CE5E9A-6C27-4A76-811C-4E04AFFFD2A0}" type="pres">
      <dgm:prSet presAssocID="{598CEB74-09D2-4FD0-A2EF-C304C67EC777}" presName="LevelTwoTextNode" presStyleLbl="node4" presStyleIdx="32" presStyleCnt="52" custScaleX="131744" custLinFactX="100000" custLinFactNeighborX="119829">
        <dgm:presLayoutVars>
          <dgm:chPref val="3"/>
        </dgm:presLayoutVars>
      </dgm:prSet>
      <dgm:spPr/>
    </dgm:pt>
    <dgm:pt modelId="{A56A2C7C-EB29-4D6D-A8BC-8387C38C05ED}" type="pres">
      <dgm:prSet presAssocID="{598CEB74-09D2-4FD0-A2EF-C304C67EC777}" presName="level3hierChild" presStyleCnt="0"/>
      <dgm:spPr/>
    </dgm:pt>
    <dgm:pt modelId="{CE45919D-5300-4410-9464-E4041CB0CB4A}" type="pres">
      <dgm:prSet presAssocID="{E0562D4F-097F-4039-BC1E-FBF095719CD9}" presName="conn2-1" presStyleLbl="parChTrans1D4" presStyleIdx="33" presStyleCnt="52"/>
      <dgm:spPr/>
    </dgm:pt>
    <dgm:pt modelId="{08489075-6EC1-44F8-9AED-5A091C450AF6}" type="pres">
      <dgm:prSet presAssocID="{E0562D4F-097F-4039-BC1E-FBF095719CD9}" presName="connTx" presStyleLbl="parChTrans1D4" presStyleIdx="33" presStyleCnt="52"/>
      <dgm:spPr/>
    </dgm:pt>
    <dgm:pt modelId="{290558C1-302B-4453-B58F-374F17FF3B9B}" type="pres">
      <dgm:prSet presAssocID="{01BE9AD0-4231-4C8F-91FD-4ACDDD11A759}" presName="root2" presStyleCnt="0"/>
      <dgm:spPr/>
    </dgm:pt>
    <dgm:pt modelId="{1F3BAAAC-30A4-43C1-80AC-4D3DBBB7750F}" type="pres">
      <dgm:prSet presAssocID="{01BE9AD0-4231-4C8F-91FD-4ACDDD11A759}" presName="LevelTwoTextNode" presStyleLbl="node4" presStyleIdx="33" presStyleCnt="52" custScaleX="131744" custLinFactX="100000" custLinFactNeighborX="119829">
        <dgm:presLayoutVars>
          <dgm:chPref val="3"/>
        </dgm:presLayoutVars>
      </dgm:prSet>
      <dgm:spPr/>
    </dgm:pt>
    <dgm:pt modelId="{79819F63-3EA2-4823-AF02-28E1E2AEE9D8}" type="pres">
      <dgm:prSet presAssocID="{01BE9AD0-4231-4C8F-91FD-4ACDDD11A759}" presName="level3hierChild" presStyleCnt="0"/>
      <dgm:spPr/>
    </dgm:pt>
    <dgm:pt modelId="{B9B14903-7F5A-430B-971C-EDDDF92871C3}" type="pres">
      <dgm:prSet presAssocID="{E350051D-FFF6-43B8-8BC6-8DB7680C5F91}" presName="conn2-1" presStyleLbl="parChTrans1D2" presStyleIdx="3" presStyleCnt="5"/>
      <dgm:spPr/>
    </dgm:pt>
    <dgm:pt modelId="{2CC44387-2BB9-4FFA-A290-6A4A5EDF32A4}" type="pres">
      <dgm:prSet presAssocID="{E350051D-FFF6-43B8-8BC6-8DB7680C5F91}" presName="connTx" presStyleLbl="parChTrans1D2" presStyleIdx="3" presStyleCnt="5"/>
      <dgm:spPr/>
    </dgm:pt>
    <dgm:pt modelId="{71147DE6-6ADE-43CD-858F-F98C9A579C0A}" type="pres">
      <dgm:prSet presAssocID="{9A2B63E8-A9C0-4560-8902-03576ED42982}" presName="root2" presStyleCnt="0"/>
      <dgm:spPr/>
    </dgm:pt>
    <dgm:pt modelId="{A660373F-58DC-4560-9937-58AC557104B0}" type="pres">
      <dgm:prSet presAssocID="{9A2B63E8-A9C0-4560-8902-03576ED42982}" presName="LevelTwoTextNode" presStyleLbl="node2" presStyleIdx="3" presStyleCnt="5" custScaleX="133845" custScaleY="140865">
        <dgm:presLayoutVars>
          <dgm:chPref val="3"/>
        </dgm:presLayoutVars>
      </dgm:prSet>
      <dgm:spPr/>
    </dgm:pt>
    <dgm:pt modelId="{930C5122-B085-446F-8BF5-D144E141C01F}" type="pres">
      <dgm:prSet presAssocID="{9A2B63E8-A9C0-4560-8902-03576ED42982}" presName="level3hierChild" presStyleCnt="0"/>
      <dgm:spPr/>
    </dgm:pt>
    <dgm:pt modelId="{9F37D270-9DF7-4A3B-A33B-49DBCF917C77}" type="pres">
      <dgm:prSet presAssocID="{D0BDB517-CAB1-4367-B269-6EA1E4430C55}" presName="conn2-1" presStyleLbl="parChTrans1D3" presStyleIdx="10" presStyleCnt="17"/>
      <dgm:spPr/>
    </dgm:pt>
    <dgm:pt modelId="{25FF9314-53EF-4FAA-9DFC-C6A922367261}" type="pres">
      <dgm:prSet presAssocID="{D0BDB517-CAB1-4367-B269-6EA1E4430C55}" presName="connTx" presStyleLbl="parChTrans1D3" presStyleIdx="10" presStyleCnt="17"/>
      <dgm:spPr/>
    </dgm:pt>
    <dgm:pt modelId="{D8A49A93-7CC6-4CF6-8411-49575A15BD71}" type="pres">
      <dgm:prSet presAssocID="{7A5258AE-06F4-4E72-9ADC-D45DBF29EB14}" presName="root2" presStyleCnt="0"/>
      <dgm:spPr/>
    </dgm:pt>
    <dgm:pt modelId="{A03DC2FC-0105-41F2-8AA0-DE271D568108}" type="pres">
      <dgm:prSet presAssocID="{7A5258AE-06F4-4E72-9ADC-D45DBF29EB14}" presName="LevelTwoTextNode" presStyleLbl="node3" presStyleIdx="10" presStyleCnt="17" custLinFactNeighborX="54976">
        <dgm:presLayoutVars>
          <dgm:chPref val="3"/>
        </dgm:presLayoutVars>
      </dgm:prSet>
      <dgm:spPr/>
    </dgm:pt>
    <dgm:pt modelId="{19C0208A-3564-4BB2-AC07-6183C4E85CD4}" type="pres">
      <dgm:prSet presAssocID="{7A5258AE-06F4-4E72-9ADC-D45DBF29EB14}" presName="level3hierChild" presStyleCnt="0"/>
      <dgm:spPr/>
    </dgm:pt>
    <dgm:pt modelId="{88F9FE74-B8F1-44A0-9FAD-3D2771214F39}" type="pres">
      <dgm:prSet presAssocID="{60B65204-6BFD-4A4F-8075-E7537AD5DDCB}" presName="conn2-1" presStyleLbl="parChTrans1D4" presStyleIdx="34" presStyleCnt="52"/>
      <dgm:spPr/>
    </dgm:pt>
    <dgm:pt modelId="{848A341C-AC87-4087-990C-6BEB4966CA99}" type="pres">
      <dgm:prSet presAssocID="{60B65204-6BFD-4A4F-8075-E7537AD5DDCB}" presName="connTx" presStyleLbl="parChTrans1D4" presStyleIdx="34" presStyleCnt="52"/>
      <dgm:spPr/>
    </dgm:pt>
    <dgm:pt modelId="{116F6A43-6F87-4FAF-A389-C3DAA78C633F}" type="pres">
      <dgm:prSet presAssocID="{D1E49BE7-FAB9-4042-B39C-B00511F4C514}" presName="root2" presStyleCnt="0"/>
      <dgm:spPr/>
    </dgm:pt>
    <dgm:pt modelId="{86806170-5214-4BDB-9211-568AE9FFB44D}" type="pres">
      <dgm:prSet presAssocID="{D1E49BE7-FAB9-4042-B39C-B00511F4C514}" presName="LevelTwoTextNode" presStyleLbl="node4" presStyleIdx="34" presStyleCnt="52" custScaleX="144002" custLinFactNeighborX="93002" custLinFactNeighborY="4782">
        <dgm:presLayoutVars>
          <dgm:chPref val="3"/>
        </dgm:presLayoutVars>
      </dgm:prSet>
      <dgm:spPr/>
    </dgm:pt>
    <dgm:pt modelId="{A35EB28D-C999-4585-B224-57A0D4D71288}" type="pres">
      <dgm:prSet presAssocID="{D1E49BE7-FAB9-4042-B39C-B00511F4C514}" presName="level3hierChild" presStyleCnt="0"/>
      <dgm:spPr/>
    </dgm:pt>
    <dgm:pt modelId="{E2BCC78E-2995-4878-A84D-7B65B132FD6C}" type="pres">
      <dgm:prSet presAssocID="{CB21E319-8BBA-40FD-AF2C-DEDC5015D4F8}" presName="conn2-1" presStyleLbl="parChTrans1D4" presStyleIdx="35" presStyleCnt="52"/>
      <dgm:spPr/>
    </dgm:pt>
    <dgm:pt modelId="{5AEA1166-CBE3-43C0-814B-37FA621DC5C3}" type="pres">
      <dgm:prSet presAssocID="{CB21E319-8BBA-40FD-AF2C-DEDC5015D4F8}" presName="connTx" presStyleLbl="parChTrans1D4" presStyleIdx="35" presStyleCnt="52"/>
      <dgm:spPr/>
    </dgm:pt>
    <dgm:pt modelId="{C308D665-3840-49E7-A606-CFD0D656D42E}" type="pres">
      <dgm:prSet presAssocID="{2E1505BE-ECB5-4A58-8E5A-347B3C5E90F5}" presName="root2" presStyleCnt="0"/>
      <dgm:spPr/>
    </dgm:pt>
    <dgm:pt modelId="{8C279744-5332-4C4B-AEA2-A0B2127491E1}" type="pres">
      <dgm:prSet presAssocID="{2E1505BE-ECB5-4A58-8E5A-347B3C5E90F5}" presName="LevelTwoTextNode" presStyleLbl="node4" presStyleIdx="35" presStyleCnt="52" custScaleX="144002" custLinFactNeighborX="93002" custLinFactNeighborY="4782">
        <dgm:presLayoutVars>
          <dgm:chPref val="3"/>
        </dgm:presLayoutVars>
      </dgm:prSet>
      <dgm:spPr/>
    </dgm:pt>
    <dgm:pt modelId="{46B8376B-EDAE-49D5-9E16-841867EA4B01}" type="pres">
      <dgm:prSet presAssocID="{2E1505BE-ECB5-4A58-8E5A-347B3C5E90F5}" presName="level3hierChild" presStyleCnt="0"/>
      <dgm:spPr/>
    </dgm:pt>
    <dgm:pt modelId="{0D4F087B-7129-45BD-B8A7-6BDF2AD77F33}" type="pres">
      <dgm:prSet presAssocID="{DAAA5776-EA9E-4177-8010-E3350EC96346}" presName="conn2-1" presStyleLbl="parChTrans1D4" presStyleIdx="36" presStyleCnt="52"/>
      <dgm:spPr/>
    </dgm:pt>
    <dgm:pt modelId="{1982C595-5B90-4B85-ABEF-4CF7046EF1C7}" type="pres">
      <dgm:prSet presAssocID="{DAAA5776-EA9E-4177-8010-E3350EC96346}" presName="connTx" presStyleLbl="parChTrans1D4" presStyleIdx="36" presStyleCnt="52"/>
      <dgm:spPr/>
    </dgm:pt>
    <dgm:pt modelId="{74E24B39-A555-494D-83EE-221C58FEA7F7}" type="pres">
      <dgm:prSet presAssocID="{5B1C4B99-20AE-4228-8ADE-74E164DFC684}" presName="root2" presStyleCnt="0"/>
      <dgm:spPr/>
    </dgm:pt>
    <dgm:pt modelId="{C06A69F9-01A1-4BE7-9605-214F0A7006DD}" type="pres">
      <dgm:prSet presAssocID="{5B1C4B99-20AE-4228-8ADE-74E164DFC684}" presName="LevelTwoTextNode" presStyleLbl="node4" presStyleIdx="36" presStyleCnt="52" custScaleX="144002" custLinFactNeighborX="93002" custLinFactNeighborY="4782">
        <dgm:presLayoutVars>
          <dgm:chPref val="3"/>
        </dgm:presLayoutVars>
      </dgm:prSet>
      <dgm:spPr/>
    </dgm:pt>
    <dgm:pt modelId="{752B9B3C-10F1-4C99-9782-3401476B84EC}" type="pres">
      <dgm:prSet presAssocID="{5B1C4B99-20AE-4228-8ADE-74E164DFC684}" presName="level3hierChild" presStyleCnt="0"/>
      <dgm:spPr/>
    </dgm:pt>
    <dgm:pt modelId="{2387DBA3-923C-46B8-B4EB-F263484FFC97}" type="pres">
      <dgm:prSet presAssocID="{D931A491-3C1A-4A07-9088-2D16A628A552}" presName="conn2-1" presStyleLbl="parChTrans1D3" presStyleIdx="11" presStyleCnt="17"/>
      <dgm:spPr/>
    </dgm:pt>
    <dgm:pt modelId="{B0CA92BF-2C94-4AA2-8300-0989342CD087}" type="pres">
      <dgm:prSet presAssocID="{D931A491-3C1A-4A07-9088-2D16A628A552}" presName="connTx" presStyleLbl="parChTrans1D3" presStyleIdx="11" presStyleCnt="17"/>
      <dgm:spPr/>
    </dgm:pt>
    <dgm:pt modelId="{530E1305-3A56-48CF-9DCF-9D16FD8EA02C}" type="pres">
      <dgm:prSet presAssocID="{79304F78-096C-4CB8-B4FE-B3748C23A9C2}" presName="root2" presStyleCnt="0"/>
      <dgm:spPr/>
    </dgm:pt>
    <dgm:pt modelId="{F68A682A-0E60-4295-BA28-9D959B58119C}" type="pres">
      <dgm:prSet presAssocID="{79304F78-096C-4CB8-B4FE-B3748C23A9C2}" presName="LevelTwoTextNode" presStyleLbl="node3" presStyleIdx="11" presStyleCnt="17" custLinFactNeighborX="54976">
        <dgm:presLayoutVars>
          <dgm:chPref val="3"/>
        </dgm:presLayoutVars>
      </dgm:prSet>
      <dgm:spPr/>
    </dgm:pt>
    <dgm:pt modelId="{4EFF3AA7-5EC7-4102-9904-B5ADBECF380A}" type="pres">
      <dgm:prSet presAssocID="{79304F78-096C-4CB8-B4FE-B3748C23A9C2}" presName="level3hierChild" presStyleCnt="0"/>
      <dgm:spPr/>
    </dgm:pt>
    <dgm:pt modelId="{7BBEFF53-0BD0-40BD-98EC-95648EEC71B8}" type="pres">
      <dgm:prSet presAssocID="{A76E7D9F-4EA8-4B0F-8336-44BDF35B0991}" presName="conn2-1" presStyleLbl="parChTrans1D3" presStyleIdx="12" presStyleCnt="17"/>
      <dgm:spPr/>
    </dgm:pt>
    <dgm:pt modelId="{788AE160-4C14-430E-A83D-321C4E5E30DC}" type="pres">
      <dgm:prSet presAssocID="{A76E7D9F-4EA8-4B0F-8336-44BDF35B0991}" presName="connTx" presStyleLbl="parChTrans1D3" presStyleIdx="12" presStyleCnt="17"/>
      <dgm:spPr/>
    </dgm:pt>
    <dgm:pt modelId="{38F46867-E6FD-4B44-9872-63A5F5B9AA82}" type="pres">
      <dgm:prSet presAssocID="{9B74C0A1-C09F-4692-8C11-1AFAE4A20F1F}" presName="root2" presStyleCnt="0"/>
      <dgm:spPr/>
    </dgm:pt>
    <dgm:pt modelId="{7337E9F0-BEEB-40C1-82B0-6E31725701D9}" type="pres">
      <dgm:prSet presAssocID="{9B74C0A1-C09F-4692-8C11-1AFAE4A20F1F}" presName="LevelTwoTextNode" presStyleLbl="node3" presStyleIdx="12" presStyleCnt="17" custLinFactNeighborX="54976">
        <dgm:presLayoutVars>
          <dgm:chPref val="3"/>
        </dgm:presLayoutVars>
      </dgm:prSet>
      <dgm:spPr/>
    </dgm:pt>
    <dgm:pt modelId="{6AE8FE8C-DC9D-49C0-B909-B14780B87F7D}" type="pres">
      <dgm:prSet presAssocID="{9B74C0A1-C09F-4692-8C11-1AFAE4A20F1F}" presName="level3hierChild" presStyleCnt="0"/>
      <dgm:spPr/>
    </dgm:pt>
    <dgm:pt modelId="{70FB7C8F-5984-42DF-94BD-28306FD70381}" type="pres">
      <dgm:prSet presAssocID="{9F3FE99D-E808-4EB9-AD65-9402BF8365E1}" presName="conn2-1" presStyleLbl="parChTrans1D4" presStyleIdx="37" presStyleCnt="52"/>
      <dgm:spPr/>
    </dgm:pt>
    <dgm:pt modelId="{FB154294-DDE5-4970-B616-940D33C91CD0}" type="pres">
      <dgm:prSet presAssocID="{9F3FE99D-E808-4EB9-AD65-9402BF8365E1}" presName="connTx" presStyleLbl="parChTrans1D4" presStyleIdx="37" presStyleCnt="52"/>
      <dgm:spPr/>
    </dgm:pt>
    <dgm:pt modelId="{58D18727-D293-4BE3-BF4C-0643ACAAB345}" type="pres">
      <dgm:prSet presAssocID="{0973C48B-10B7-4C35-8BD9-6B49371BEB9D}" presName="root2" presStyleCnt="0"/>
      <dgm:spPr/>
    </dgm:pt>
    <dgm:pt modelId="{158A25C6-B2CE-42F9-85BA-CD0C43C6208D}" type="pres">
      <dgm:prSet presAssocID="{0973C48B-10B7-4C35-8BD9-6B49371BEB9D}" presName="LevelTwoTextNode" presStyleLbl="node4" presStyleIdx="37" presStyleCnt="52" custScaleX="144002" custLinFactNeighborX="93002" custLinFactNeighborY="4782">
        <dgm:presLayoutVars>
          <dgm:chPref val="3"/>
        </dgm:presLayoutVars>
      </dgm:prSet>
      <dgm:spPr/>
    </dgm:pt>
    <dgm:pt modelId="{1A4BB938-E1A2-473D-B552-9AF947261CB3}" type="pres">
      <dgm:prSet presAssocID="{0973C48B-10B7-4C35-8BD9-6B49371BEB9D}" presName="level3hierChild" presStyleCnt="0"/>
      <dgm:spPr/>
    </dgm:pt>
    <dgm:pt modelId="{D1163544-85FE-4BE5-B3E3-CED9835E7D83}" type="pres">
      <dgm:prSet presAssocID="{700207FA-2A80-43A0-87AC-464963841924}" presName="conn2-1" presStyleLbl="parChTrans1D4" presStyleIdx="38" presStyleCnt="52"/>
      <dgm:spPr/>
    </dgm:pt>
    <dgm:pt modelId="{5BF16399-6DCE-4E8C-9676-75397A764B8F}" type="pres">
      <dgm:prSet presAssocID="{700207FA-2A80-43A0-87AC-464963841924}" presName="connTx" presStyleLbl="parChTrans1D4" presStyleIdx="38" presStyleCnt="52"/>
      <dgm:spPr/>
    </dgm:pt>
    <dgm:pt modelId="{74F4082B-EE7B-42EE-B37A-A33F8A454E4E}" type="pres">
      <dgm:prSet presAssocID="{E8223DB8-CD05-4E04-9E3A-91826F090C99}" presName="root2" presStyleCnt="0"/>
      <dgm:spPr/>
    </dgm:pt>
    <dgm:pt modelId="{72988EE0-ECB5-44D0-A964-ABF1468E8015}" type="pres">
      <dgm:prSet presAssocID="{E8223DB8-CD05-4E04-9E3A-91826F090C99}" presName="LevelTwoTextNode" presStyleLbl="node4" presStyleIdx="38" presStyleCnt="52" custScaleX="144002" custLinFactNeighborX="93002" custLinFactNeighborY="4782">
        <dgm:presLayoutVars>
          <dgm:chPref val="3"/>
        </dgm:presLayoutVars>
      </dgm:prSet>
      <dgm:spPr/>
    </dgm:pt>
    <dgm:pt modelId="{4DCBE429-1E83-4C24-9162-80BF7916B6E0}" type="pres">
      <dgm:prSet presAssocID="{E8223DB8-CD05-4E04-9E3A-91826F090C99}" presName="level3hierChild" presStyleCnt="0"/>
      <dgm:spPr/>
    </dgm:pt>
    <dgm:pt modelId="{A92BB0B9-BDEE-4D83-9DFA-5A9A52839BCB}" type="pres">
      <dgm:prSet presAssocID="{E419E5A7-4BA7-44E9-83DC-8D2864CB33AF}" presName="conn2-1" presStyleLbl="parChTrans1D4" presStyleIdx="39" presStyleCnt="52"/>
      <dgm:spPr/>
    </dgm:pt>
    <dgm:pt modelId="{D64CDDF2-C3FC-4155-8A6F-4BDA6E8FFA0C}" type="pres">
      <dgm:prSet presAssocID="{E419E5A7-4BA7-44E9-83DC-8D2864CB33AF}" presName="connTx" presStyleLbl="parChTrans1D4" presStyleIdx="39" presStyleCnt="52"/>
      <dgm:spPr/>
    </dgm:pt>
    <dgm:pt modelId="{FAB01C3D-5FCA-4F75-93A5-59C1FC272EBE}" type="pres">
      <dgm:prSet presAssocID="{9AAB6674-3B29-4E57-B43C-003F5C2CA5C2}" presName="root2" presStyleCnt="0"/>
      <dgm:spPr/>
    </dgm:pt>
    <dgm:pt modelId="{E93A17AD-4509-4309-8C21-6313C50C71B7}" type="pres">
      <dgm:prSet presAssocID="{9AAB6674-3B29-4E57-B43C-003F5C2CA5C2}" presName="LevelTwoTextNode" presStyleLbl="node4" presStyleIdx="39" presStyleCnt="52" custScaleX="144002" custLinFactNeighborX="93002" custLinFactNeighborY="4782">
        <dgm:presLayoutVars>
          <dgm:chPref val="3"/>
        </dgm:presLayoutVars>
      </dgm:prSet>
      <dgm:spPr/>
    </dgm:pt>
    <dgm:pt modelId="{2B4EEA8F-CF2E-4BA5-B2A7-0642C48265E5}" type="pres">
      <dgm:prSet presAssocID="{9AAB6674-3B29-4E57-B43C-003F5C2CA5C2}" presName="level3hierChild" presStyleCnt="0"/>
      <dgm:spPr/>
    </dgm:pt>
    <dgm:pt modelId="{75D9A0ED-B0BB-4D4E-B4F8-0CFF8088E2A5}" type="pres">
      <dgm:prSet presAssocID="{32510385-BAB1-42EA-96D3-091B3696C521}" presName="conn2-1" presStyleLbl="parChTrans1D4" presStyleIdx="40" presStyleCnt="52"/>
      <dgm:spPr/>
    </dgm:pt>
    <dgm:pt modelId="{BCB64B18-85BF-4421-914B-77DEC86C803A}" type="pres">
      <dgm:prSet presAssocID="{32510385-BAB1-42EA-96D3-091B3696C521}" presName="connTx" presStyleLbl="parChTrans1D4" presStyleIdx="40" presStyleCnt="52"/>
      <dgm:spPr/>
    </dgm:pt>
    <dgm:pt modelId="{512F6AB6-45EA-410A-9F45-B6E6981EC9D2}" type="pres">
      <dgm:prSet presAssocID="{97CCC29E-A4DD-4B18-BDE4-65690CB4D506}" presName="root2" presStyleCnt="0"/>
      <dgm:spPr/>
    </dgm:pt>
    <dgm:pt modelId="{95706635-4F6C-4D26-8B5B-79A0BF1B7015}" type="pres">
      <dgm:prSet presAssocID="{97CCC29E-A4DD-4B18-BDE4-65690CB4D506}" presName="LevelTwoTextNode" presStyleLbl="node4" presStyleIdx="40" presStyleCnt="52" custScaleX="144002" custLinFactNeighborX="93002" custLinFactNeighborY="4782">
        <dgm:presLayoutVars>
          <dgm:chPref val="3"/>
        </dgm:presLayoutVars>
      </dgm:prSet>
      <dgm:spPr/>
    </dgm:pt>
    <dgm:pt modelId="{BD533894-1DBF-4EFE-95F9-569BEC1B1261}" type="pres">
      <dgm:prSet presAssocID="{97CCC29E-A4DD-4B18-BDE4-65690CB4D506}" presName="level3hierChild" presStyleCnt="0"/>
      <dgm:spPr/>
    </dgm:pt>
    <dgm:pt modelId="{D90ED8BA-D769-45B2-ACBE-FC8E931F7B24}" type="pres">
      <dgm:prSet presAssocID="{CECECD02-42A7-4EEA-8662-BD16CF56A53C}" presName="conn2-1" presStyleLbl="parChTrans1D3" presStyleIdx="13" presStyleCnt="17"/>
      <dgm:spPr/>
    </dgm:pt>
    <dgm:pt modelId="{89BE8301-8AEB-4CA3-9167-CA5E461F7CB6}" type="pres">
      <dgm:prSet presAssocID="{CECECD02-42A7-4EEA-8662-BD16CF56A53C}" presName="connTx" presStyleLbl="parChTrans1D3" presStyleIdx="13" presStyleCnt="17"/>
      <dgm:spPr/>
    </dgm:pt>
    <dgm:pt modelId="{9C0C4117-27AA-4EAE-A107-90409AF9CCA3}" type="pres">
      <dgm:prSet presAssocID="{E1278654-305C-4156-B93C-1E5B39B96625}" presName="root2" presStyleCnt="0"/>
      <dgm:spPr/>
    </dgm:pt>
    <dgm:pt modelId="{1E9CABF9-A17B-418F-AACA-C661AE14674B}" type="pres">
      <dgm:prSet presAssocID="{E1278654-305C-4156-B93C-1E5B39B96625}" presName="LevelTwoTextNode" presStyleLbl="node3" presStyleIdx="13" presStyleCnt="17" custLinFactNeighborX="54976">
        <dgm:presLayoutVars>
          <dgm:chPref val="3"/>
        </dgm:presLayoutVars>
      </dgm:prSet>
      <dgm:spPr/>
    </dgm:pt>
    <dgm:pt modelId="{494F85DD-7A0E-41D4-8E38-701FF75A7A5F}" type="pres">
      <dgm:prSet presAssocID="{E1278654-305C-4156-B93C-1E5B39B96625}" presName="level3hierChild" presStyleCnt="0"/>
      <dgm:spPr/>
    </dgm:pt>
    <dgm:pt modelId="{9D8BFEE0-49BD-46E1-AD46-4C43FE0A6FC9}" type="pres">
      <dgm:prSet presAssocID="{A123D529-9752-46F7-BCB7-212BA4094D6B}" presName="conn2-1" presStyleLbl="parChTrans1D4" presStyleIdx="41" presStyleCnt="52"/>
      <dgm:spPr/>
    </dgm:pt>
    <dgm:pt modelId="{A44038B5-A70F-413D-B38C-4617DFDE189B}" type="pres">
      <dgm:prSet presAssocID="{A123D529-9752-46F7-BCB7-212BA4094D6B}" presName="connTx" presStyleLbl="parChTrans1D4" presStyleIdx="41" presStyleCnt="52"/>
      <dgm:spPr/>
    </dgm:pt>
    <dgm:pt modelId="{3118C35C-1CB4-4ECD-B056-0CD3BA25D967}" type="pres">
      <dgm:prSet presAssocID="{ABE6F2DC-6A45-45C3-87E4-4C4697229A99}" presName="root2" presStyleCnt="0"/>
      <dgm:spPr/>
    </dgm:pt>
    <dgm:pt modelId="{95B85C0B-BE9E-4DF2-AD1B-799DED7949C4}" type="pres">
      <dgm:prSet presAssocID="{ABE6F2DC-6A45-45C3-87E4-4C4697229A99}" presName="LevelTwoTextNode" presStyleLbl="node4" presStyleIdx="41" presStyleCnt="52" custScaleX="144002" custLinFactNeighborX="93002" custLinFactNeighborY="4782">
        <dgm:presLayoutVars>
          <dgm:chPref val="3"/>
        </dgm:presLayoutVars>
      </dgm:prSet>
      <dgm:spPr/>
    </dgm:pt>
    <dgm:pt modelId="{D2610EA6-FD83-42BD-AED1-E600A9AAD3F3}" type="pres">
      <dgm:prSet presAssocID="{ABE6F2DC-6A45-45C3-87E4-4C4697229A99}" presName="level3hierChild" presStyleCnt="0"/>
      <dgm:spPr/>
    </dgm:pt>
    <dgm:pt modelId="{655E1968-472C-479D-AD59-F408F7F3E25D}" type="pres">
      <dgm:prSet presAssocID="{D9B264B2-D2B5-4E0D-93E6-A05CE63224D4}" presName="conn2-1" presStyleLbl="parChTrans1D4" presStyleIdx="42" presStyleCnt="52"/>
      <dgm:spPr/>
    </dgm:pt>
    <dgm:pt modelId="{95ED52D8-249F-4B48-9959-A989C49DF3A0}" type="pres">
      <dgm:prSet presAssocID="{D9B264B2-D2B5-4E0D-93E6-A05CE63224D4}" presName="connTx" presStyleLbl="parChTrans1D4" presStyleIdx="42" presStyleCnt="52"/>
      <dgm:spPr/>
    </dgm:pt>
    <dgm:pt modelId="{DA52CFBD-957B-423C-AB23-C580298D3E76}" type="pres">
      <dgm:prSet presAssocID="{877CFE26-551F-477F-92EB-C6C76A3ED19D}" presName="root2" presStyleCnt="0"/>
      <dgm:spPr/>
    </dgm:pt>
    <dgm:pt modelId="{AADDFBC9-FDC1-4F1D-9D6E-FA65599475EA}" type="pres">
      <dgm:prSet presAssocID="{877CFE26-551F-477F-92EB-C6C76A3ED19D}" presName="LevelTwoTextNode" presStyleLbl="node4" presStyleIdx="42" presStyleCnt="52" custScaleX="144002" custLinFactNeighborX="93002" custLinFactNeighborY="4782">
        <dgm:presLayoutVars>
          <dgm:chPref val="3"/>
        </dgm:presLayoutVars>
      </dgm:prSet>
      <dgm:spPr/>
    </dgm:pt>
    <dgm:pt modelId="{6E52EE9F-A5AB-4803-91B9-80BB40783F0F}" type="pres">
      <dgm:prSet presAssocID="{877CFE26-551F-477F-92EB-C6C76A3ED19D}" presName="level3hierChild" presStyleCnt="0"/>
      <dgm:spPr/>
    </dgm:pt>
    <dgm:pt modelId="{DA4D1732-2D2D-4E16-BF94-87C0CDDFD79B}" type="pres">
      <dgm:prSet presAssocID="{47070DBF-6EBD-4F09-8470-1E9D6F5C12AC}" presName="conn2-1" presStyleLbl="parChTrans1D3" presStyleIdx="14" presStyleCnt="17"/>
      <dgm:spPr/>
    </dgm:pt>
    <dgm:pt modelId="{B40870DA-DDE0-4A35-9C84-660E09AD1A95}" type="pres">
      <dgm:prSet presAssocID="{47070DBF-6EBD-4F09-8470-1E9D6F5C12AC}" presName="connTx" presStyleLbl="parChTrans1D3" presStyleIdx="14" presStyleCnt="17"/>
      <dgm:spPr/>
    </dgm:pt>
    <dgm:pt modelId="{59F70366-7A23-451E-B73F-B73699D701DF}" type="pres">
      <dgm:prSet presAssocID="{4FB655E2-BFD3-46A7-95E3-0B79AD1623D1}" presName="root2" presStyleCnt="0"/>
      <dgm:spPr/>
    </dgm:pt>
    <dgm:pt modelId="{91D69238-1800-451B-ADE6-0BA9CD25843D}" type="pres">
      <dgm:prSet presAssocID="{4FB655E2-BFD3-46A7-95E3-0B79AD1623D1}" presName="LevelTwoTextNode" presStyleLbl="node3" presStyleIdx="14" presStyleCnt="17" custLinFactNeighborX="54976">
        <dgm:presLayoutVars>
          <dgm:chPref val="3"/>
        </dgm:presLayoutVars>
      </dgm:prSet>
      <dgm:spPr/>
    </dgm:pt>
    <dgm:pt modelId="{CEEBACC0-891A-4671-A552-9840CF91121C}" type="pres">
      <dgm:prSet presAssocID="{4FB655E2-BFD3-46A7-95E3-0B79AD1623D1}" presName="level3hierChild" presStyleCnt="0"/>
      <dgm:spPr/>
    </dgm:pt>
    <dgm:pt modelId="{F0F89CA4-A835-4F4A-85D0-A50DE1132CC2}" type="pres">
      <dgm:prSet presAssocID="{07BBEB76-54C3-4FCC-BFCA-90DD06E345AC}" presName="conn2-1" presStyleLbl="parChTrans1D4" presStyleIdx="43" presStyleCnt="52"/>
      <dgm:spPr/>
    </dgm:pt>
    <dgm:pt modelId="{EDE8EA8C-6C14-437D-A54C-F69F274FFB47}" type="pres">
      <dgm:prSet presAssocID="{07BBEB76-54C3-4FCC-BFCA-90DD06E345AC}" presName="connTx" presStyleLbl="parChTrans1D4" presStyleIdx="43" presStyleCnt="52"/>
      <dgm:spPr/>
    </dgm:pt>
    <dgm:pt modelId="{4B58A437-5113-4E03-9141-E1DE3A3B8A75}" type="pres">
      <dgm:prSet presAssocID="{AEC2811E-7D8B-4237-A4B1-1360D76EDDDA}" presName="root2" presStyleCnt="0"/>
      <dgm:spPr/>
    </dgm:pt>
    <dgm:pt modelId="{FA2D1F24-3BAD-4E07-9E22-07C2501CE7AC}" type="pres">
      <dgm:prSet presAssocID="{AEC2811E-7D8B-4237-A4B1-1360D76EDDDA}" presName="LevelTwoTextNode" presStyleLbl="node4" presStyleIdx="43" presStyleCnt="52" custScaleX="144002" custLinFactNeighborX="93002" custLinFactNeighborY="4782">
        <dgm:presLayoutVars>
          <dgm:chPref val="3"/>
        </dgm:presLayoutVars>
      </dgm:prSet>
      <dgm:spPr/>
    </dgm:pt>
    <dgm:pt modelId="{0E859AD9-64F5-4F4D-9232-3AC390494CFC}" type="pres">
      <dgm:prSet presAssocID="{AEC2811E-7D8B-4237-A4B1-1360D76EDDDA}" presName="level3hierChild" presStyleCnt="0"/>
      <dgm:spPr/>
    </dgm:pt>
    <dgm:pt modelId="{0760F566-3593-4018-8869-FB7D50268515}" type="pres">
      <dgm:prSet presAssocID="{C25AFB7C-DA23-44CE-B9CB-2A507EF8CC99}" presName="conn2-1" presStyleLbl="parChTrans1D4" presStyleIdx="44" presStyleCnt="52"/>
      <dgm:spPr/>
    </dgm:pt>
    <dgm:pt modelId="{6F8FABF6-A923-41F8-B620-FEC2527EC489}" type="pres">
      <dgm:prSet presAssocID="{C25AFB7C-DA23-44CE-B9CB-2A507EF8CC99}" presName="connTx" presStyleLbl="parChTrans1D4" presStyleIdx="44" presStyleCnt="52"/>
      <dgm:spPr/>
    </dgm:pt>
    <dgm:pt modelId="{443ED70A-05B9-4CC0-993B-A8B502856917}" type="pres">
      <dgm:prSet presAssocID="{591D99EF-C95C-4F54-AA53-53A65711E81C}" presName="root2" presStyleCnt="0"/>
      <dgm:spPr/>
    </dgm:pt>
    <dgm:pt modelId="{1875433C-D942-45DC-848F-51B32EAC9395}" type="pres">
      <dgm:prSet presAssocID="{591D99EF-C95C-4F54-AA53-53A65711E81C}" presName="LevelTwoTextNode" presStyleLbl="node4" presStyleIdx="44" presStyleCnt="52" custScaleX="144002" custLinFactNeighborX="93002" custLinFactNeighborY="4782">
        <dgm:presLayoutVars>
          <dgm:chPref val="3"/>
        </dgm:presLayoutVars>
      </dgm:prSet>
      <dgm:spPr/>
    </dgm:pt>
    <dgm:pt modelId="{853BD866-2FB1-4F2E-B789-EBF0E54608D3}" type="pres">
      <dgm:prSet presAssocID="{591D99EF-C95C-4F54-AA53-53A65711E81C}" presName="level3hierChild" presStyleCnt="0"/>
      <dgm:spPr/>
    </dgm:pt>
    <dgm:pt modelId="{E8C518C3-ECD7-4169-B25E-CDFBDDF1D26A}" type="pres">
      <dgm:prSet presAssocID="{3C86A165-3987-4D05-AFE4-62EC6F3C17A3}" presName="conn2-1" presStyleLbl="parChTrans1D4" presStyleIdx="45" presStyleCnt="52"/>
      <dgm:spPr/>
    </dgm:pt>
    <dgm:pt modelId="{C9E5375E-AA5E-4078-89CC-C1C7A216E530}" type="pres">
      <dgm:prSet presAssocID="{3C86A165-3987-4D05-AFE4-62EC6F3C17A3}" presName="connTx" presStyleLbl="parChTrans1D4" presStyleIdx="45" presStyleCnt="52"/>
      <dgm:spPr/>
    </dgm:pt>
    <dgm:pt modelId="{D3B88227-44C2-4A20-B3C7-E7FDF2B9A87B}" type="pres">
      <dgm:prSet presAssocID="{8FFC0A3E-7953-4C67-98E5-C8CB4B4279CA}" presName="root2" presStyleCnt="0"/>
      <dgm:spPr/>
    </dgm:pt>
    <dgm:pt modelId="{F28320B4-D2E4-4A03-9D99-054F6390BB66}" type="pres">
      <dgm:prSet presAssocID="{8FFC0A3E-7953-4C67-98E5-C8CB4B4279CA}" presName="LevelTwoTextNode" presStyleLbl="node4" presStyleIdx="45" presStyleCnt="52" custScaleX="144002" custLinFactNeighborX="93002" custLinFactNeighborY="4782">
        <dgm:presLayoutVars>
          <dgm:chPref val="3"/>
        </dgm:presLayoutVars>
      </dgm:prSet>
      <dgm:spPr/>
    </dgm:pt>
    <dgm:pt modelId="{485E9ACA-1A92-4578-BC72-7EB4DADEEF25}" type="pres">
      <dgm:prSet presAssocID="{8FFC0A3E-7953-4C67-98E5-C8CB4B4279CA}" presName="level3hierChild" presStyleCnt="0"/>
      <dgm:spPr/>
    </dgm:pt>
    <dgm:pt modelId="{21960EF0-E4C2-42FF-9901-5E8B49538F9C}" type="pres">
      <dgm:prSet presAssocID="{C6FD0027-A7C7-4709-972C-2BA0F4AFB182}" presName="conn2-1" presStyleLbl="parChTrans1D2" presStyleIdx="4" presStyleCnt="5"/>
      <dgm:spPr/>
    </dgm:pt>
    <dgm:pt modelId="{54ACDDA6-D3CF-4D9F-A5BF-E673AC3ED243}" type="pres">
      <dgm:prSet presAssocID="{C6FD0027-A7C7-4709-972C-2BA0F4AFB182}" presName="connTx" presStyleLbl="parChTrans1D2" presStyleIdx="4" presStyleCnt="5"/>
      <dgm:spPr/>
    </dgm:pt>
    <dgm:pt modelId="{D91A43BE-AF11-4461-9D5E-A9D015D998E1}" type="pres">
      <dgm:prSet presAssocID="{24820A43-E305-4E2E-8DA5-E81331D306C7}" presName="root2" presStyleCnt="0"/>
      <dgm:spPr/>
    </dgm:pt>
    <dgm:pt modelId="{848093C5-C130-4453-BA26-2FFFDA4053D4}" type="pres">
      <dgm:prSet presAssocID="{24820A43-E305-4E2E-8DA5-E81331D306C7}" presName="LevelTwoTextNode" presStyleLbl="node2" presStyleIdx="4" presStyleCnt="5" custScaleX="133845" custScaleY="140865">
        <dgm:presLayoutVars>
          <dgm:chPref val="3"/>
        </dgm:presLayoutVars>
      </dgm:prSet>
      <dgm:spPr/>
    </dgm:pt>
    <dgm:pt modelId="{D150C9C4-99A4-426C-8A31-3598D9023CD9}" type="pres">
      <dgm:prSet presAssocID="{24820A43-E305-4E2E-8DA5-E81331D306C7}" presName="level3hierChild" presStyleCnt="0"/>
      <dgm:spPr/>
    </dgm:pt>
    <dgm:pt modelId="{1CB8949E-69E3-43C8-B02D-4705F417DDF3}" type="pres">
      <dgm:prSet presAssocID="{789DEA6E-FDB1-4907-966C-72DEDE8025CB}" presName="conn2-1" presStyleLbl="parChTrans1D3" presStyleIdx="15" presStyleCnt="17"/>
      <dgm:spPr/>
    </dgm:pt>
    <dgm:pt modelId="{6734969F-1962-43C7-8BC5-11DCD6920460}" type="pres">
      <dgm:prSet presAssocID="{789DEA6E-FDB1-4907-966C-72DEDE8025CB}" presName="connTx" presStyleLbl="parChTrans1D3" presStyleIdx="15" presStyleCnt="17"/>
      <dgm:spPr/>
    </dgm:pt>
    <dgm:pt modelId="{083A42DD-9D89-4D5E-A155-38EA53951CF2}" type="pres">
      <dgm:prSet presAssocID="{2146BA4C-AC55-4333-89E3-93FFA1F97DF6}" presName="root2" presStyleCnt="0"/>
      <dgm:spPr/>
    </dgm:pt>
    <dgm:pt modelId="{497CC98E-F239-4C8B-8FA3-DADC2D1B2969}" type="pres">
      <dgm:prSet presAssocID="{2146BA4C-AC55-4333-89E3-93FFA1F97DF6}" presName="LevelTwoTextNode" presStyleLbl="node3" presStyleIdx="15" presStyleCnt="17" custLinFactNeighborX="54976">
        <dgm:presLayoutVars>
          <dgm:chPref val="3"/>
        </dgm:presLayoutVars>
      </dgm:prSet>
      <dgm:spPr/>
    </dgm:pt>
    <dgm:pt modelId="{782C8769-6942-4A71-A52B-64A949ADD7CC}" type="pres">
      <dgm:prSet presAssocID="{2146BA4C-AC55-4333-89E3-93FFA1F97DF6}" presName="level3hierChild" presStyleCnt="0"/>
      <dgm:spPr/>
    </dgm:pt>
    <dgm:pt modelId="{0C8A50A9-B566-4C54-B8A7-65114A1E051A}" type="pres">
      <dgm:prSet presAssocID="{45E57424-E579-442D-9389-F0C3BC9461C1}" presName="conn2-1" presStyleLbl="parChTrans1D4" presStyleIdx="46" presStyleCnt="52"/>
      <dgm:spPr/>
    </dgm:pt>
    <dgm:pt modelId="{3E2F9A93-7EEF-44A0-BFC8-B7498941D502}" type="pres">
      <dgm:prSet presAssocID="{45E57424-E579-442D-9389-F0C3BC9461C1}" presName="connTx" presStyleLbl="parChTrans1D4" presStyleIdx="46" presStyleCnt="52"/>
      <dgm:spPr/>
    </dgm:pt>
    <dgm:pt modelId="{BD9D43E5-7A75-4798-8EA5-7231C5078C1D}" type="pres">
      <dgm:prSet presAssocID="{EA910918-419A-40CE-9FBB-2C30E9927A3B}" presName="root2" presStyleCnt="0"/>
      <dgm:spPr/>
    </dgm:pt>
    <dgm:pt modelId="{2652B7B2-A5DA-482F-9A80-4F628FC24E89}" type="pres">
      <dgm:prSet presAssocID="{EA910918-419A-40CE-9FBB-2C30E9927A3B}" presName="LevelTwoTextNode" presStyleLbl="node4" presStyleIdx="46" presStyleCnt="52" custScaleX="113182" custLinFactNeighborX="93974">
        <dgm:presLayoutVars>
          <dgm:chPref val="3"/>
        </dgm:presLayoutVars>
      </dgm:prSet>
      <dgm:spPr/>
    </dgm:pt>
    <dgm:pt modelId="{634B19CC-846F-4A9A-A4B1-F7A598828503}" type="pres">
      <dgm:prSet presAssocID="{EA910918-419A-40CE-9FBB-2C30E9927A3B}" presName="level3hierChild" presStyleCnt="0"/>
      <dgm:spPr/>
    </dgm:pt>
    <dgm:pt modelId="{A3C9F893-F334-4798-ABBC-6FA9BB967FD5}" type="pres">
      <dgm:prSet presAssocID="{81C6369B-AC2C-4F6D-B00A-AF99E29C35DB}" presName="conn2-1" presStyleLbl="parChTrans1D4" presStyleIdx="47" presStyleCnt="52"/>
      <dgm:spPr/>
    </dgm:pt>
    <dgm:pt modelId="{6E83C920-FA12-4C39-8DD1-E2AE037C7CBB}" type="pres">
      <dgm:prSet presAssocID="{81C6369B-AC2C-4F6D-B00A-AF99E29C35DB}" presName="connTx" presStyleLbl="parChTrans1D4" presStyleIdx="47" presStyleCnt="52"/>
      <dgm:spPr/>
    </dgm:pt>
    <dgm:pt modelId="{3A8E2605-B425-435A-A62B-66D353DBB3DC}" type="pres">
      <dgm:prSet presAssocID="{82AC2A46-6F37-4152-BD57-575D4C3993D6}" presName="root2" presStyleCnt="0"/>
      <dgm:spPr/>
    </dgm:pt>
    <dgm:pt modelId="{001282A7-6CA5-4A63-ACCE-CED3264A90BC}" type="pres">
      <dgm:prSet presAssocID="{82AC2A46-6F37-4152-BD57-575D4C3993D6}" presName="LevelTwoTextNode" presStyleLbl="node4" presStyleIdx="47" presStyleCnt="52" custScaleX="113182" custLinFactNeighborX="93974">
        <dgm:presLayoutVars>
          <dgm:chPref val="3"/>
        </dgm:presLayoutVars>
      </dgm:prSet>
      <dgm:spPr/>
    </dgm:pt>
    <dgm:pt modelId="{B82E7AE9-9E28-465D-A646-262ECFCE3F1E}" type="pres">
      <dgm:prSet presAssocID="{82AC2A46-6F37-4152-BD57-575D4C3993D6}" presName="level3hierChild" presStyleCnt="0"/>
      <dgm:spPr/>
    </dgm:pt>
    <dgm:pt modelId="{72263B65-4345-4BC6-A0D8-B4F69A1CF1CF}" type="pres">
      <dgm:prSet presAssocID="{06E17B4B-2A1B-4A1D-B793-6572492E4178}" presName="conn2-1" presStyleLbl="parChTrans1D4" presStyleIdx="48" presStyleCnt="52"/>
      <dgm:spPr/>
    </dgm:pt>
    <dgm:pt modelId="{3A0E7DC2-27EA-429D-B369-AE0A0C160C23}" type="pres">
      <dgm:prSet presAssocID="{06E17B4B-2A1B-4A1D-B793-6572492E4178}" presName="connTx" presStyleLbl="parChTrans1D4" presStyleIdx="48" presStyleCnt="52"/>
      <dgm:spPr/>
    </dgm:pt>
    <dgm:pt modelId="{5EBCDCD6-7773-410E-9921-B14FDBFC0CDE}" type="pres">
      <dgm:prSet presAssocID="{43FB6A58-7544-47FF-AFFA-39E6F63FB71F}" presName="root2" presStyleCnt="0"/>
      <dgm:spPr/>
    </dgm:pt>
    <dgm:pt modelId="{A87141CE-5100-4FCA-B9AF-015E8CE69C9A}" type="pres">
      <dgm:prSet presAssocID="{43FB6A58-7544-47FF-AFFA-39E6F63FB71F}" presName="LevelTwoTextNode" presStyleLbl="node4" presStyleIdx="48" presStyleCnt="52" custScaleX="113182" custLinFactNeighborX="93974">
        <dgm:presLayoutVars>
          <dgm:chPref val="3"/>
        </dgm:presLayoutVars>
      </dgm:prSet>
      <dgm:spPr/>
    </dgm:pt>
    <dgm:pt modelId="{3448654C-2F6A-432E-8AC2-DFF7D667A995}" type="pres">
      <dgm:prSet presAssocID="{43FB6A58-7544-47FF-AFFA-39E6F63FB71F}" presName="level3hierChild" presStyleCnt="0"/>
      <dgm:spPr/>
    </dgm:pt>
    <dgm:pt modelId="{F970A9A5-E241-466C-B4C5-BB6DA3F05DF3}" type="pres">
      <dgm:prSet presAssocID="{C44055D5-0EA2-417E-B7AA-94F4575E2D58}" presName="conn2-1" presStyleLbl="parChTrans1D3" presStyleIdx="16" presStyleCnt="17"/>
      <dgm:spPr/>
    </dgm:pt>
    <dgm:pt modelId="{0ED34CB6-F7D2-4B4F-AA9A-125EAFF93FF5}" type="pres">
      <dgm:prSet presAssocID="{C44055D5-0EA2-417E-B7AA-94F4575E2D58}" presName="connTx" presStyleLbl="parChTrans1D3" presStyleIdx="16" presStyleCnt="17"/>
      <dgm:spPr/>
    </dgm:pt>
    <dgm:pt modelId="{162AAC3E-21F6-4B86-A49F-6EC4F0193178}" type="pres">
      <dgm:prSet presAssocID="{957FE06B-E3E9-4F66-BACD-24A0E1CF01C0}" presName="root2" presStyleCnt="0"/>
      <dgm:spPr/>
    </dgm:pt>
    <dgm:pt modelId="{934FE85B-DD52-4EE1-B537-C56738AE6E52}" type="pres">
      <dgm:prSet presAssocID="{957FE06B-E3E9-4F66-BACD-24A0E1CF01C0}" presName="LevelTwoTextNode" presStyleLbl="node3" presStyleIdx="16" presStyleCnt="17" custLinFactNeighborX="54976">
        <dgm:presLayoutVars>
          <dgm:chPref val="3"/>
        </dgm:presLayoutVars>
      </dgm:prSet>
      <dgm:spPr/>
    </dgm:pt>
    <dgm:pt modelId="{D224EDA7-D19D-4A1D-8E52-56B32A195E0F}" type="pres">
      <dgm:prSet presAssocID="{957FE06B-E3E9-4F66-BACD-24A0E1CF01C0}" presName="level3hierChild" presStyleCnt="0"/>
      <dgm:spPr/>
    </dgm:pt>
    <dgm:pt modelId="{7DCF4968-0F01-4CAB-8AA2-773834D4F19E}" type="pres">
      <dgm:prSet presAssocID="{2281C00A-F88B-408B-87AF-37A955AD7227}" presName="conn2-1" presStyleLbl="parChTrans1D4" presStyleIdx="49" presStyleCnt="52"/>
      <dgm:spPr/>
    </dgm:pt>
    <dgm:pt modelId="{5BD5269C-8421-4668-A24B-3EEC073356BE}" type="pres">
      <dgm:prSet presAssocID="{2281C00A-F88B-408B-87AF-37A955AD7227}" presName="connTx" presStyleLbl="parChTrans1D4" presStyleIdx="49" presStyleCnt="52"/>
      <dgm:spPr/>
    </dgm:pt>
    <dgm:pt modelId="{BDE54CEE-F454-4531-A712-07E95D120C2D}" type="pres">
      <dgm:prSet presAssocID="{D5ADBCF5-F22C-4C17-94F9-8E100B2F7DC1}" presName="root2" presStyleCnt="0"/>
      <dgm:spPr/>
    </dgm:pt>
    <dgm:pt modelId="{8A8148FD-6D4B-4743-A031-6C964A530D01}" type="pres">
      <dgm:prSet presAssocID="{D5ADBCF5-F22C-4C17-94F9-8E100B2F7DC1}" presName="LevelTwoTextNode" presStyleLbl="node4" presStyleIdx="49" presStyleCnt="52" custScaleX="113182" custLinFactNeighborX="93974">
        <dgm:presLayoutVars>
          <dgm:chPref val="3"/>
        </dgm:presLayoutVars>
      </dgm:prSet>
      <dgm:spPr/>
    </dgm:pt>
    <dgm:pt modelId="{17C7B525-F8FA-4D3C-813B-82E2A1731057}" type="pres">
      <dgm:prSet presAssocID="{D5ADBCF5-F22C-4C17-94F9-8E100B2F7DC1}" presName="level3hierChild" presStyleCnt="0"/>
      <dgm:spPr/>
    </dgm:pt>
    <dgm:pt modelId="{105D5587-9D21-4E5B-BCE4-F2C0FFC6F7F6}" type="pres">
      <dgm:prSet presAssocID="{51E3F7E6-4557-4AEC-BB4C-B287B237A0D9}" presName="conn2-1" presStyleLbl="parChTrans1D4" presStyleIdx="50" presStyleCnt="52"/>
      <dgm:spPr/>
    </dgm:pt>
    <dgm:pt modelId="{74A395F0-98FF-4DF6-87BC-FC7410DEDCAF}" type="pres">
      <dgm:prSet presAssocID="{51E3F7E6-4557-4AEC-BB4C-B287B237A0D9}" presName="connTx" presStyleLbl="parChTrans1D4" presStyleIdx="50" presStyleCnt="52"/>
      <dgm:spPr/>
    </dgm:pt>
    <dgm:pt modelId="{45A6A4AE-B76E-4876-9629-4A430DA3B3F5}" type="pres">
      <dgm:prSet presAssocID="{0A34E417-22C1-484F-96CF-695A011839E3}" presName="root2" presStyleCnt="0"/>
      <dgm:spPr/>
    </dgm:pt>
    <dgm:pt modelId="{86877651-41D4-4538-AE80-9598CE806D8A}" type="pres">
      <dgm:prSet presAssocID="{0A34E417-22C1-484F-96CF-695A011839E3}" presName="LevelTwoTextNode" presStyleLbl="node4" presStyleIdx="50" presStyleCnt="52" custScaleX="113182" custLinFactNeighborX="93974">
        <dgm:presLayoutVars>
          <dgm:chPref val="3"/>
        </dgm:presLayoutVars>
      </dgm:prSet>
      <dgm:spPr/>
    </dgm:pt>
    <dgm:pt modelId="{B92ECDBC-473D-4319-A509-18D6B626DA34}" type="pres">
      <dgm:prSet presAssocID="{0A34E417-22C1-484F-96CF-695A011839E3}" presName="level3hierChild" presStyleCnt="0"/>
      <dgm:spPr/>
    </dgm:pt>
    <dgm:pt modelId="{93EC7B1A-E9CC-412C-BECE-B2A1122EB1C7}" type="pres">
      <dgm:prSet presAssocID="{D8940C22-896F-4522-9732-F9278F6A332A}" presName="conn2-1" presStyleLbl="parChTrans1D4" presStyleIdx="51" presStyleCnt="52"/>
      <dgm:spPr/>
    </dgm:pt>
    <dgm:pt modelId="{5615AC30-1A3B-41BF-AE33-AB280EA70FCB}" type="pres">
      <dgm:prSet presAssocID="{D8940C22-896F-4522-9732-F9278F6A332A}" presName="connTx" presStyleLbl="parChTrans1D4" presStyleIdx="51" presStyleCnt="52"/>
      <dgm:spPr/>
    </dgm:pt>
    <dgm:pt modelId="{62FE1430-E232-444C-9B86-60E1F27A8DFF}" type="pres">
      <dgm:prSet presAssocID="{4FEA4A55-8F81-4F06-90E0-E173CF263A8F}" presName="root2" presStyleCnt="0"/>
      <dgm:spPr/>
    </dgm:pt>
    <dgm:pt modelId="{C5B7011E-0274-4C33-8857-B603BC96059C}" type="pres">
      <dgm:prSet presAssocID="{4FEA4A55-8F81-4F06-90E0-E173CF263A8F}" presName="LevelTwoTextNode" presStyleLbl="node4" presStyleIdx="51" presStyleCnt="52" custScaleX="113182" custLinFactNeighborX="93974">
        <dgm:presLayoutVars>
          <dgm:chPref val="3"/>
        </dgm:presLayoutVars>
      </dgm:prSet>
      <dgm:spPr/>
    </dgm:pt>
    <dgm:pt modelId="{E90C7F3C-BD94-4D16-88DB-BA178314C50B}" type="pres">
      <dgm:prSet presAssocID="{4FEA4A55-8F81-4F06-90E0-E173CF263A8F}" presName="level3hierChild" presStyleCnt="0"/>
      <dgm:spPr/>
    </dgm:pt>
  </dgm:ptLst>
  <dgm:cxnLst>
    <dgm:cxn modelId="{92108E02-4A17-4DD5-A448-851855899360}" srcId="{0C3F9659-34B7-4D99-9D98-BE6BAD6FE90B}" destId="{DADBD429-DBAA-4440-A088-9612B25F7001}" srcOrd="0" destOrd="0" parTransId="{2E29462C-8671-4C04-8667-E46FC4FD5A75}" sibTransId="{B9E4C4C9-2937-4F05-A324-016526F63B4F}"/>
    <dgm:cxn modelId="{BD3EB102-2759-4F4F-85C4-65680740E1BB}" srcId="{7DEF8CD8-CF88-4B58-93A5-1E198CD95F90}" destId="{9A2B63E8-A9C0-4560-8902-03576ED42982}" srcOrd="3" destOrd="0" parTransId="{E350051D-FFF6-43B8-8BC6-8DB7680C5F91}" sibTransId="{6C1AC764-A575-4669-891E-DF5804C18E90}"/>
    <dgm:cxn modelId="{8C7C4403-DD8C-4082-9DA8-A6EA804309AE}" type="presOf" srcId="{4FB655E2-BFD3-46A7-95E3-0B79AD1623D1}" destId="{91D69238-1800-451B-ADE6-0BA9CD25843D}" srcOrd="0" destOrd="0" presId="urn:microsoft.com/office/officeart/2008/layout/HorizontalMultiLevelHierarchy"/>
    <dgm:cxn modelId="{446C9403-A6F6-4C4C-9FAB-4D60D1E86CE6}" type="presOf" srcId="{D9B264B2-D2B5-4E0D-93E6-A05CE63224D4}" destId="{655E1968-472C-479D-AD59-F408F7F3E25D}" srcOrd="0" destOrd="0" presId="urn:microsoft.com/office/officeart/2008/layout/HorizontalMultiLevelHierarchy"/>
    <dgm:cxn modelId="{3BFC4404-3770-4ECD-AED6-922C7E8A9887}" srcId="{E4F9F9D0-07B0-4F96-B646-E148C735FE7E}" destId="{DB05212C-FE07-4C2F-A053-4B148E139DE1}" srcOrd="0" destOrd="0" parTransId="{8B1CC938-302E-4C7C-9871-13AE564836E4}" sibTransId="{0DC9B481-E6E0-4439-A8DB-E96DD9FB464D}"/>
    <dgm:cxn modelId="{269CEA04-0262-4D08-ADB0-1F2F5523098A}" srcId="{DA07B54D-507E-4929-86CD-D5D5A8710CE8}" destId="{54151576-4090-4615-9A52-89EB298A9D7B}" srcOrd="1" destOrd="0" parTransId="{326B0AAE-68B0-49AC-98A5-9E3A56807E20}" sibTransId="{92FF7E29-4D26-40FD-B15D-AEC527DAF924}"/>
    <dgm:cxn modelId="{0979BA05-B549-4FCF-B53B-8B077E3EE511}" type="presOf" srcId="{BB5A329B-9C11-40CC-BF90-3FEF666B0FEE}" destId="{C8057641-544B-48C1-827F-A488F01D6A50}" srcOrd="0" destOrd="0" presId="urn:microsoft.com/office/officeart/2008/layout/HorizontalMultiLevelHierarchy"/>
    <dgm:cxn modelId="{F287EA05-DA7E-4404-8716-2D2EF569EE49}" type="presOf" srcId="{745456DA-D4BC-47E3-AC00-3F506054B82B}" destId="{2EB254C5-5CB4-4BB5-B725-E3BD0467837F}" srcOrd="0" destOrd="0" presId="urn:microsoft.com/office/officeart/2008/layout/HorizontalMultiLevelHierarchy"/>
    <dgm:cxn modelId="{F018FD06-DA1A-4B76-8BDB-DD82D6A58A7B}" type="presOf" srcId="{DAAA5776-EA9E-4177-8010-E3350EC96346}" destId="{1982C595-5B90-4B85-ABEF-4CF7046EF1C7}" srcOrd="1" destOrd="0" presId="urn:microsoft.com/office/officeart/2008/layout/HorizontalMultiLevelHierarchy"/>
    <dgm:cxn modelId="{CE6B6107-F586-4665-BF03-4352BBABFA6A}" type="presOf" srcId="{8E0CCEDC-581E-4F87-BEC5-C68574804ED1}" destId="{A839F336-6FE4-4B40-B104-8E191E8CE490}" srcOrd="0" destOrd="0" presId="urn:microsoft.com/office/officeart/2008/layout/HorizontalMultiLevelHierarchy"/>
    <dgm:cxn modelId="{B2CE8E07-0788-492F-9288-7FF954EE6B88}" type="presOf" srcId="{F3EB69AB-899E-4183-8EAD-A078E116AD13}" destId="{62980B30-1A77-42E9-9896-2E02D26A9321}" srcOrd="0" destOrd="0" presId="urn:microsoft.com/office/officeart/2008/layout/HorizontalMultiLevelHierarchy"/>
    <dgm:cxn modelId="{D68BE108-9060-4575-9AEE-08A1B7707552}" type="presOf" srcId="{AEC2811E-7D8B-4237-A4B1-1360D76EDDDA}" destId="{FA2D1F24-3BAD-4E07-9E22-07C2501CE7AC}" srcOrd="0" destOrd="0" presId="urn:microsoft.com/office/officeart/2008/layout/HorizontalMultiLevelHierarchy"/>
    <dgm:cxn modelId="{AA1A9F09-021E-4172-ADA5-73A97C35804E}" type="presOf" srcId="{A123D529-9752-46F7-BCB7-212BA4094D6B}" destId="{A44038B5-A70F-413D-B38C-4617DFDE189B}" srcOrd="1" destOrd="0" presId="urn:microsoft.com/office/officeart/2008/layout/HorizontalMultiLevelHierarchy"/>
    <dgm:cxn modelId="{1C999A0A-EAD7-4651-A0AC-66586F72CB91}" type="presOf" srcId="{47070DBF-6EBD-4F09-8470-1E9D6F5C12AC}" destId="{B40870DA-DDE0-4A35-9C84-660E09AD1A95}" srcOrd="1" destOrd="0" presId="urn:microsoft.com/office/officeart/2008/layout/HorizontalMultiLevelHierarchy"/>
    <dgm:cxn modelId="{F800A20C-6A7F-4EC8-B65C-0A8F25E5DF92}" type="presOf" srcId="{DF458B20-58F6-43E2-8A52-D104A28AA03C}" destId="{C1F80346-4B8F-455B-A2C9-821C8F377503}" srcOrd="0" destOrd="0" presId="urn:microsoft.com/office/officeart/2008/layout/HorizontalMultiLevelHierarchy"/>
    <dgm:cxn modelId="{4F92F30D-4331-42CA-906D-08BB92280EA1}" srcId="{24820A43-E305-4E2E-8DA5-E81331D306C7}" destId="{957FE06B-E3E9-4F66-BACD-24A0E1CF01C0}" srcOrd="1" destOrd="0" parTransId="{C44055D5-0EA2-417E-B7AA-94F4575E2D58}" sibTransId="{D5B1C312-5219-45C7-A090-AEA710DF8243}"/>
    <dgm:cxn modelId="{C9BB130E-E99B-4CC6-B19D-F30FE4F20AA4}" type="presOf" srcId="{41DA2023-6EAE-4B7B-BD46-6EBA8062C4C0}" destId="{8BD9EEF0-EA7C-42EC-BDAC-F496CC909AC6}" srcOrd="0" destOrd="0" presId="urn:microsoft.com/office/officeart/2008/layout/HorizontalMultiLevelHierarchy"/>
    <dgm:cxn modelId="{7EAE600E-6939-47DD-9678-35F08CDF2E5A}" srcId="{C1DF0FE4-1EAE-4D95-8F66-3009AE1FB95B}" destId="{F6F46422-5521-40E1-8B8A-9CC25866306A}" srcOrd="3" destOrd="0" parTransId="{70580813-81A9-467A-BAD0-C93A70D08556}" sibTransId="{F8F649A9-8733-458D-A4E9-5CEF31A75F57}"/>
    <dgm:cxn modelId="{3E20270F-5AA7-4BBA-95B0-1AEE0538018B}" type="presOf" srcId="{C50490DC-6AFE-4AE3-8298-64C7E8938F08}" destId="{6F673465-6034-4083-9B38-2DCF2C0C2719}" srcOrd="0" destOrd="0" presId="urn:microsoft.com/office/officeart/2008/layout/HorizontalMultiLevelHierarchy"/>
    <dgm:cxn modelId="{E9C8270F-2863-4C6B-B665-404A46818E98}" type="presOf" srcId="{8E0CCEDC-581E-4F87-BEC5-C68574804ED1}" destId="{52B92789-F084-418E-91FA-1E62DA25D379}" srcOrd="1" destOrd="0" presId="urn:microsoft.com/office/officeart/2008/layout/HorizontalMultiLevelHierarchy"/>
    <dgm:cxn modelId="{017F3A11-D142-4873-BF9C-86DB54111EBB}" type="presOf" srcId="{86DC6630-259A-4C47-839C-00E64596304A}" destId="{CB9636E4-A898-4DC6-95AF-D4AB77B0A6D3}" srcOrd="0" destOrd="0" presId="urn:microsoft.com/office/officeart/2008/layout/HorizontalMultiLevelHierarchy"/>
    <dgm:cxn modelId="{05B41712-F325-4B5C-91E9-E1B70F2B54FE}" srcId="{92F917DC-E8F5-452B-8E67-033588C412D0}" destId="{91DB8A81-850E-4611-A25E-490C30BC682D}" srcOrd="2" destOrd="0" parTransId="{BCBA13A9-3005-4A76-979C-9B0761CA9208}" sibTransId="{A8AAECB1-9C1B-4FFB-AF2D-7F8DA8DF990B}"/>
    <dgm:cxn modelId="{B7FD5512-EC7C-4256-8C60-0A1A8E634569}" srcId="{EE038495-1708-4A53-AC82-AD38CAE1055F}" destId="{EA1A92F4-C410-466F-B51B-DACF47109592}" srcOrd="1" destOrd="0" parTransId="{64B5E1FF-44A7-4E83-9544-4D994A30EB2C}" sibTransId="{AEAEC7A0-5304-4BF1-95A6-1B4AAE3DDCC2}"/>
    <dgm:cxn modelId="{5FB85E13-5CCA-4748-B738-362B7BF0431A}" type="presOf" srcId="{79304F78-096C-4CB8-B4FE-B3748C23A9C2}" destId="{F68A682A-0E60-4295-BA28-9D959B58119C}" srcOrd="0" destOrd="0" presId="urn:microsoft.com/office/officeart/2008/layout/HorizontalMultiLevelHierarchy"/>
    <dgm:cxn modelId="{1EA89913-F7D7-4219-A68A-9CDD168B73BF}" type="presOf" srcId="{326B0AAE-68B0-49AC-98A5-9E3A56807E20}" destId="{676913DE-59B4-46DE-B696-655F49786D06}" srcOrd="1" destOrd="0" presId="urn:microsoft.com/office/officeart/2008/layout/HorizontalMultiLevelHierarchy"/>
    <dgm:cxn modelId="{FABD2A15-5202-4AD2-B1BD-3DC6FABE1514}" type="presOf" srcId="{CF90B901-126F-4119-B080-5C2A74EB5394}" destId="{27144C01-E62B-46A1-82EB-CACE172D7523}" srcOrd="1" destOrd="0" presId="urn:microsoft.com/office/officeart/2008/layout/HorizontalMultiLevelHierarchy"/>
    <dgm:cxn modelId="{50B10B1A-D2B6-44FC-AC57-9DFEF0F425EF}" srcId="{2146BA4C-AC55-4333-89E3-93FFA1F97DF6}" destId="{82AC2A46-6F37-4152-BD57-575D4C3993D6}" srcOrd="1" destOrd="0" parTransId="{81C6369B-AC2C-4F6D-B00A-AF99E29C35DB}" sibTransId="{2900893D-C397-447F-BB44-3DF63499E179}"/>
    <dgm:cxn modelId="{F485381C-A935-44A0-9FC5-0560C94C38FD}" type="presOf" srcId="{700207FA-2A80-43A0-87AC-464963841924}" destId="{D1163544-85FE-4BE5-B3E3-CED9835E7D83}" srcOrd="0" destOrd="0" presId="urn:microsoft.com/office/officeart/2008/layout/HorizontalMultiLevelHierarchy"/>
    <dgm:cxn modelId="{CBE25D1C-2DCB-41AF-A6B4-B364D693E943}" type="presOf" srcId="{A76E7D9F-4EA8-4B0F-8336-44BDF35B0991}" destId="{7BBEFF53-0BD0-40BD-98EC-95648EEC71B8}" srcOrd="0" destOrd="0" presId="urn:microsoft.com/office/officeart/2008/layout/HorizontalMultiLevelHierarchy"/>
    <dgm:cxn modelId="{23D6A21C-4A34-4EE1-B639-410B622F7506}" type="presOf" srcId="{776B8D7F-AF72-4516-87B2-A8E66C211D38}" destId="{AFCFCB3C-3293-45DA-BEF2-97CBCA7DF316}" srcOrd="0" destOrd="0" presId="urn:microsoft.com/office/officeart/2008/layout/HorizontalMultiLevelHierarchy"/>
    <dgm:cxn modelId="{24060D1D-D6A1-4630-B830-DCF89F337121}" type="presOf" srcId="{4426B836-D9FD-4689-9316-93204E3E93EB}" destId="{4DAF134F-FEE1-44BD-ADA9-D0C4272E7C5C}" srcOrd="0" destOrd="0" presId="urn:microsoft.com/office/officeart/2008/layout/HorizontalMultiLevelHierarchy"/>
    <dgm:cxn modelId="{0252611D-626E-4311-A250-1D194DA552F1}" type="presOf" srcId="{4FEA4A55-8F81-4F06-90E0-E173CF263A8F}" destId="{C5B7011E-0274-4C33-8857-B603BC96059C}" srcOrd="0" destOrd="0" presId="urn:microsoft.com/office/officeart/2008/layout/HorizontalMultiLevelHierarchy"/>
    <dgm:cxn modelId="{7E52201F-3EFC-4D8E-9578-25A26B94F845}" srcId="{9B74C0A1-C09F-4692-8C11-1AFAE4A20F1F}" destId="{9AAB6674-3B29-4E57-B43C-003F5C2CA5C2}" srcOrd="2" destOrd="0" parTransId="{E419E5A7-4BA7-44E9-83DC-8D2864CB33AF}" sibTransId="{6A03624F-452B-42C3-B413-BB7140535FEA}"/>
    <dgm:cxn modelId="{9E8DD21F-41E5-41D8-B998-87E19F097929}" type="presOf" srcId="{0C3F9659-34B7-4D99-9D98-BE6BAD6FE90B}" destId="{2AABE19E-6D67-407C-9C77-7CBD6596E610}" srcOrd="0" destOrd="0" presId="urn:microsoft.com/office/officeart/2008/layout/HorizontalMultiLevelHierarchy"/>
    <dgm:cxn modelId="{BC5DD720-36CD-452B-AF5B-5F21FDB81336}" srcId="{9B74C0A1-C09F-4692-8C11-1AFAE4A20F1F}" destId="{0973C48B-10B7-4C35-8BD9-6B49371BEB9D}" srcOrd="0" destOrd="0" parTransId="{9F3FE99D-E808-4EB9-AD65-9402BF8365E1}" sibTransId="{138C364D-6CA1-4314-8B5B-2952B4860480}"/>
    <dgm:cxn modelId="{EC6D1421-FB8C-4E93-AC45-F6DA2C45E81F}" srcId="{24820A43-E305-4E2E-8DA5-E81331D306C7}" destId="{2146BA4C-AC55-4333-89E3-93FFA1F97DF6}" srcOrd="0" destOrd="0" parTransId="{789DEA6E-FDB1-4907-966C-72DEDE8025CB}" sibTransId="{9C96C609-B555-4B5C-9DC6-CB89B0992F55}"/>
    <dgm:cxn modelId="{FEC25D21-383D-42C5-8267-1A11B7AAD092}" srcId="{C1DF0FE4-1EAE-4D95-8F66-3009AE1FB95B}" destId="{4F9BDF96-1429-4874-A6C8-E003A073FAFB}" srcOrd="0" destOrd="0" parTransId="{DE5942D3-8CC1-4763-84AD-B59AC3973DA3}" sibTransId="{B8213F5A-C0B0-4E61-8058-7CE9EFE873AF}"/>
    <dgm:cxn modelId="{14DC3B23-E82B-4EE9-98DE-66BFBDF4A1B6}" srcId="{E4F9F9D0-07B0-4F96-B646-E148C735FE7E}" destId="{E6E5C7DD-354F-4DEB-BC49-40BCE8DC2813}" srcOrd="1" destOrd="0" parTransId="{3D0096C5-B64F-47F5-9A70-96769A5BB22E}" sibTransId="{919E2B73-3F23-489A-A75B-25ACB7C79E51}"/>
    <dgm:cxn modelId="{AC5D5D24-DD0D-4AB9-A39A-A58FCE25894C}" srcId="{957FE06B-E3E9-4F66-BACD-24A0E1CF01C0}" destId="{D5ADBCF5-F22C-4C17-94F9-8E100B2F7DC1}" srcOrd="0" destOrd="0" parTransId="{2281C00A-F88B-408B-87AF-37A955AD7227}" sibTransId="{8DD44916-E026-4FA2-BAF1-76ABB1F5653E}"/>
    <dgm:cxn modelId="{F00CD824-61AC-4756-9002-E0CF0F66E7A6}" type="presOf" srcId="{CF90B901-126F-4119-B080-5C2A74EB5394}" destId="{EED8B05F-1B99-4E2C-94C6-35F728B539B1}" srcOrd="0" destOrd="0" presId="urn:microsoft.com/office/officeart/2008/layout/HorizontalMultiLevelHierarchy"/>
    <dgm:cxn modelId="{F51AF824-FBC5-4D23-A60A-22E49ED118A8}" type="presOf" srcId="{92F917DC-E8F5-452B-8E67-033588C412D0}" destId="{AA76D18B-495A-4A67-A7E6-67E804A3129A}" srcOrd="0" destOrd="0" presId="urn:microsoft.com/office/officeart/2008/layout/HorizontalMultiLevelHierarchy"/>
    <dgm:cxn modelId="{F65D7126-E494-4995-A6EB-18406A23935C}" type="presOf" srcId="{187BD53A-7D1B-40FF-AFE5-BCD8C8437814}" destId="{3E791E97-F526-4010-83E2-E0229050FE02}" srcOrd="0" destOrd="0" presId="urn:microsoft.com/office/officeart/2008/layout/HorizontalMultiLevelHierarchy"/>
    <dgm:cxn modelId="{9F0C0027-167B-409A-8BD5-D92CA3EA678E}" type="presOf" srcId="{CECECD02-42A7-4EEA-8662-BD16CF56A53C}" destId="{D90ED8BA-D769-45B2-ACBE-FC8E931F7B24}" srcOrd="0" destOrd="0" presId="urn:microsoft.com/office/officeart/2008/layout/HorizontalMultiLevelHierarchy"/>
    <dgm:cxn modelId="{29335D28-F0D4-4833-ADF6-2DE59F874715}" type="presOf" srcId="{94A9119C-AE0A-4C47-A752-EBA9D6AE38E9}" destId="{D330BE25-6782-4461-9C74-7B77A74C8510}" srcOrd="1" destOrd="0" presId="urn:microsoft.com/office/officeart/2008/layout/HorizontalMultiLevelHierarchy"/>
    <dgm:cxn modelId="{61666828-7470-494A-A392-B8B945E564E7}" type="presOf" srcId="{BFF3039B-D03A-42E2-9D15-8525EBD67523}" destId="{ECD0AE4B-6477-4A30-8526-DF0323B39F4E}" srcOrd="0" destOrd="0" presId="urn:microsoft.com/office/officeart/2008/layout/HorizontalMultiLevelHierarchy"/>
    <dgm:cxn modelId="{6C779B28-A7C2-41A0-9848-A400A54D6427}" type="presOf" srcId="{591D99EF-C95C-4F54-AA53-53A65711E81C}" destId="{1875433C-D942-45DC-848F-51B32EAC9395}" srcOrd="0" destOrd="0" presId="urn:microsoft.com/office/officeart/2008/layout/HorizontalMultiLevelHierarchy"/>
    <dgm:cxn modelId="{6D345329-9AE6-4AE4-BC5C-274464A66BB0}" srcId="{BB5A329B-9C11-40CC-BF90-3FEF666B0FEE}" destId="{D444B25D-5813-4ACB-8110-980863DA01ED}" srcOrd="0" destOrd="0" parTransId="{8FED7DF5-4F8C-4436-AB42-9D5B8B5FBBFC}" sibTransId="{18760315-CA59-4D10-9052-24FE42D1704F}"/>
    <dgm:cxn modelId="{90D55929-FCDA-408D-9D75-9FE575603076}" type="presOf" srcId="{41DA2023-6EAE-4B7B-BD46-6EBA8062C4C0}" destId="{D92B7F3B-BDDB-44E2-A31B-DF32DD8B1FFD}" srcOrd="1" destOrd="0" presId="urn:microsoft.com/office/officeart/2008/layout/HorizontalMultiLevelHierarchy"/>
    <dgm:cxn modelId="{367C372A-C3A7-44CA-8AD1-CA2F6693D77F}" type="presOf" srcId="{656C0BD3-AFFF-4B97-9BB3-DD8956D3F135}" destId="{860F001C-406C-4E44-BA7C-DC4B1DF5AD5F}" srcOrd="0" destOrd="0" presId="urn:microsoft.com/office/officeart/2008/layout/HorizontalMultiLevelHierarchy"/>
    <dgm:cxn modelId="{89AB0B2B-97FB-469B-93FD-10A7366F7787}" type="presOf" srcId="{DE5942D3-8CC1-4763-84AD-B59AC3973DA3}" destId="{1872AD0B-C5A1-4377-AD79-361F9684CE13}" srcOrd="1" destOrd="0" presId="urn:microsoft.com/office/officeart/2008/layout/HorizontalMultiLevelHierarchy"/>
    <dgm:cxn modelId="{1EB6D52B-CBF0-491B-8077-16D4153FD6FE}" type="presOf" srcId="{BE29B2C4-BA28-4F0B-9207-427084786516}" destId="{17BC2876-BAD2-4FF5-90FC-CDAF8DAF2C88}" srcOrd="1" destOrd="0" presId="urn:microsoft.com/office/officeart/2008/layout/HorizontalMultiLevelHierarchy"/>
    <dgm:cxn modelId="{19D2922C-BE24-4B09-B551-3F8517BC8054}" type="presOf" srcId="{7A14EEE8-D6CF-4340-A466-E5EEB9C99376}" destId="{9DF1F035-BC4C-41C3-A4E4-7A5AE3C4EC8E}" srcOrd="0" destOrd="0" presId="urn:microsoft.com/office/officeart/2008/layout/HorizontalMultiLevelHierarchy"/>
    <dgm:cxn modelId="{42A11E2D-0D61-44CD-B5F2-13E0222DC462}" type="presOf" srcId="{5C00F6A0-6869-46F7-AD6E-281440E27690}" destId="{FDDF99B7-B4BE-4084-B4C5-FAEBD091F27A}" srcOrd="0" destOrd="0" presId="urn:microsoft.com/office/officeart/2008/layout/HorizontalMultiLevelHierarchy"/>
    <dgm:cxn modelId="{F19F032E-80FE-486A-A078-6DC20FE76D8C}" type="presOf" srcId="{D444B25D-5813-4ACB-8110-980863DA01ED}" destId="{485468C6-3E2D-4361-AFD6-5A27174BEB9E}" srcOrd="0" destOrd="0" presId="urn:microsoft.com/office/officeart/2008/layout/HorizontalMultiLevelHierarchy"/>
    <dgm:cxn modelId="{4271332F-E885-483A-8828-CF1F809B334A}" type="presOf" srcId="{6A0D10D7-9C98-4FF2-BABA-9592E49EA02D}" destId="{E2E9BF89-6171-46E4-8D20-2ACA9BF8B716}" srcOrd="0" destOrd="0" presId="urn:microsoft.com/office/officeart/2008/layout/HorizontalMultiLevelHierarchy"/>
    <dgm:cxn modelId="{C479F02F-093F-4CB7-9304-BE95E4F1DD55}" type="presOf" srcId="{7C8DA967-1901-4C39-B6EC-2778C1A79732}" destId="{9576290D-87E6-4626-BF50-F8665AF84292}" srcOrd="0" destOrd="0" presId="urn:microsoft.com/office/officeart/2008/layout/HorizontalMultiLevelHierarchy"/>
    <dgm:cxn modelId="{57C75E30-E93D-4046-BB5A-E25422FE1FDF}" type="presOf" srcId="{86DC6630-259A-4C47-839C-00E64596304A}" destId="{629AC7A7-82FC-4537-9453-8694DF452492}" srcOrd="1" destOrd="0" presId="urn:microsoft.com/office/officeart/2008/layout/HorizontalMultiLevelHierarchy"/>
    <dgm:cxn modelId="{49E15330-EFD2-4637-A001-D1C5C6F32A67}" type="presOf" srcId="{C25AFB7C-DA23-44CE-B9CB-2A507EF8CC99}" destId="{6F8FABF6-A923-41F8-B620-FEC2527EC489}" srcOrd="1" destOrd="0" presId="urn:microsoft.com/office/officeart/2008/layout/HorizontalMultiLevelHierarchy"/>
    <dgm:cxn modelId="{FEE83631-2231-4C02-B714-F3BD7FDF0199}" type="presOf" srcId="{E6E5C7DD-354F-4DEB-BC49-40BCE8DC2813}" destId="{F31EAEC9-4B58-4DBD-955C-4A7587BDC79C}" srcOrd="0" destOrd="0" presId="urn:microsoft.com/office/officeart/2008/layout/HorizontalMultiLevelHierarchy"/>
    <dgm:cxn modelId="{9DDBD131-F412-47E1-B448-B11D1246B52B}" type="presOf" srcId="{B6BB2D64-4093-4E8C-8EEF-44D6987FB6BB}" destId="{6AF50DE9-7908-466B-85E1-FC136672E8C8}" srcOrd="0" destOrd="0" presId="urn:microsoft.com/office/officeart/2008/layout/HorizontalMultiLevelHierarchy"/>
    <dgm:cxn modelId="{C6083933-17C7-4110-9C83-38242B9A7088}" type="presOf" srcId="{51E3F7E6-4557-4AEC-BB4C-B287B237A0D9}" destId="{74A395F0-98FF-4DF6-87BC-FC7410DEDCAF}" srcOrd="1" destOrd="0" presId="urn:microsoft.com/office/officeart/2008/layout/HorizontalMultiLevelHierarchy"/>
    <dgm:cxn modelId="{4D5A5833-8B03-4E68-93EE-668C96552D2B}" srcId="{4FB655E2-BFD3-46A7-95E3-0B79AD1623D1}" destId="{591D99EF-C95C-4F54-AA53-53A65711E81C}" srcOrd="1" destOrd="0" parTransId="{C25AFB7C-DA23-44CE-B9CB-2A507EF8CC99}" sibTransId="{8BD6B671-16B1-4FBC-A849-F6E4C5EE9AE2}"/>
    <dgm:cxn modelId="{EFCE2B34-637A-4528-BEB4-A9F874CF3AF0}" type="presOf" srcId="{3C86A165-3987-4D05-AFE4-62EC6F3C17A3}" destId="{E8C518C3-ECD7-4169-B25E-CDFBDDF1D26A}" srcOrd="0" destOrd="0" presId="urn:microsoft.com/office/officeart/2008/layout/HorizontalMultiLevelHierarchy"/>
    <dgm:cxn modelId="{ACCE6434-9EA0-4B40-97DA-8E77C8BC4E21}" type="presOf" srcId="{2146BA4C-AC55-4333-89E3-93FFA1F97DF6}" destId="{497CC98E-F239-4C8B-8FA3-DADC2D1B2969}" srcOrd="0" destOrd="0" presId="urn:microsoft.com/office/officeart/2008/layout/HorizontalMultiLevelHierarchy"/>
    <dgm:cxn modelId="{8A6BC534-5537-4ECB-B708-322F3BDF6E16}" type="presOf" srcId="{D7EFE145-4CB0-4FC2-BCA2-41CACC1410AE}" destId="{AC510BBB-79D1-4B6C-890D-6C290B8D996C}" srcOrd="0" destOrd="0" presId="urn:microsoft.com/office/officeart/2008/layout/HorizontalMultiLevelHierarchy"/>
    <dgm:cxn modelId="{C31DDA34-0076-4DC5-9136-292B0008993A}" srcId="{C7C566B0-D630-4B9C-BECB-41C7C415616D}" destId="{03695D00-E2E0-42FA-A11F-D085B93A493D}" srcOrd="0" destOrd="0" parTransId="{1A421E7D-3058-4B60-A2D9-130394A1F5A5}" sibTransId="{C984BE7C-E7CA-4D7C-9811-96D5E87F4799}"/>
    <dgm:cxn modelId="{B9A90835-4490-4D93-BEBB-B077B715490F}" type="presOf" srcId="{9A735A5C-C05D-41A4-AF20-AD6489F6CC7D}" destId="{4695D895-9E81-4BE4-9F01-3B5A94B920E3}" srcOrd="1" destOrd="0" presId="urn:microsoft.com/office/officeart/2008/layout/HorizontalMultiLevelHierarchy"/>
    <dgm:cxn modelId="{E30B3735-F697-4136-8487-DE4D8432812A}" type="presOf" srcId="{F6226DE2-E7FD-42AC-BDB6-D80264E76D6C}" destId="{14D816D5-9E28-4147-B2C1-BA8E8422C11B}" srcOrd="0" destOrd="0" presId="urn:microsoft.com/office/officeart/2008/layout/HorizontalMultiLevelHierarchy"/>
    <dgm:cxn modelId="{66D83D36-86C3-4A8B-8709-70F3FD2BDDA3}" type="presOf" srcId="{C25AFB7C-DA23-44CE-B9CB-2A507EF8CC99}" destId="{0760F566-3593-4018-8869-FB7D50268515}" srcOrd="0" destOrd="0" presId="urn:microsoft.com/office/officeart/2008/layout/HorizontalMultiLevelHierarchy"/>
    <dgm:cxn modelId="{F446B136-A3C4-43A6-8A9A-3B1B2C153AEC}" type="presOf" srcId="{8E55254F-0E51-49C6-8971-F53E4EF5B163}" destId="{D5322D1E-30FF-493A-99C3-037DE2E31972}" srcOrd="0" destOrd="0" presId="urn:microsoft.com/office/officeart/2008/layout/HorizontalMultiLevelHierarchy"/>
    <dgm:cxn modelId="{4D90FB36-8344-4B90-B76E-044060880D87}" type="presOf" srcId="{D1F8063F-DDE3-458A-889B-0803840508BE}" destId="{9FBCDCEA-11F0-4BDB-AA1D-FABDE0E3E91A}" srcOrd="0" destOrd="0" presId="urn:microsoft.com/office/officeart/2008/layout/HorizontalMultiLevelHierarchy"/>
    <dgm:cxn modelId="{9DD92B39-B45B-4376-A919-647ED095CA84}" type="presOf" srcId="{45E57424-E579-442D-9389-F0C3BC9461C1}" destId="{3E2F9A93-7EEF-44A0-BFC8-B7498941D502}" srcOrd="1" destOrd="0" presId="urn:microsoft.com/office/officeart/2008/layout/HorizontalMultiLevelHierarchy"/>
    <dgm:cxn modelId="{25504939-C1F5-4C3A-A40D-BDA9198280A2}" type="presOf" srcId="{598CEB74-09D2-4FD0-A2EF-C304C67EC777}" destId="{64CE5E9A-6C27-4A76-811C-4E04AFFFD2A0}" srcOrd="0" destOrd="0" presId="urn:microsoft.com/office/officeart/2008/layout/HorizontalMultiLevelHierarchy"/>
    <dgm:cxn modelId="{3B74D739-5240-4AF0-8275-75AA60B525D2}" srcId="{EBF3E981-89D4-4231-A066-392812F413F6}" destId="{0C3F9659-34B7-4D99-9D98-BE6BAD6FE90B}" srcOrd="0" destOrd="0" parTransId="{DF458B20-58F6-43E2-8A52-D104A28AA03C}" sibTransId="{E2782470-6DFE-4AC6-9011-909883E5069B}"/>
    <dgm:cxn modelId="{DCDF5A3A-386D-46B7-AC54-6B55839E90CA}" type="presOf" srcId="{D9B264B2-D2B5-4E0D-93E6-A05CE63224D4}" destId="{95ED52D8-249F-4B48-9959-A989C49DF3A0}" srcOrd="1" destOrd="0" presId="urn:microsoft.com/office/officeart/2008/layout/HorizontalMultiLevelHierarchy"/>
    <dgm:cxn modelId="{B4CE213B-0B0B-47DD-B370-45BC182B60B8}" type="presOf" srcId="{182775C5-0469-4B0A-BBE7-8E66F7D356E6}" destId="{18CF1E5B-E0EF-4465-A616-6D14F65774A1}" srcOrd="0" destOrd="0" presId="urn:microsoft.com/office/officeart/2008/layout/HorizontalMultiLevelHierarchy"/>
    <dgm:cxn modelId="{2A01783C-9751-4F19-9234-EB8DE0B5B876}" type="presOf" srcId="{C6FD0027-A7C7-4709-972C-2BA0F4AFB182}" destId="{54ACDDA6-D3CF-4D9F-A5BF-E673AC3ED243}" srcOrd="1" destOrd="0" presId="urn:microsoft.com/office/officeart/2008/layout/HorizontalMultiLevelHierarchy"/>
    <dgm:cxn modelId="{D084DC3C-DBD0-4675-8CDF-6F630E02037D}" srcId="{E1278654-305C-4156-B93C-1E5B39B96625}" destId="{ABE6F2DC-6A45-45C3-87E4-4C4697229A99}" srcOrd="0" destOrd="0" parTransId="{A123D529-9752-46F7-BCB7-212BA4094D6B}" sibTransId="{9FC27463-D54E-464A-8260-F12D7C2895A3}"/>
    <dgm:cxn modelId="{454CAA3D-3F81-40C5-AB7E-BC8CA6E8E048}" type="presOf" srcId="{07BBEB76-54C3-4FCC-BFCA-90DD06E345AC}" destId="{EDE8EA8C-6C14-437D-A54C-F69F274FFB47}" srcOrd="1" destOrd="0" presId="urn:microsoft.com/office/officeart/2008/layout/HorizontalMultiLevelHierarchy"/>
    <dgm:cxn modelId="{FED9D13D-7764-4058-AED6-8ADA2295E947}" type="presOf" srcId="{79E29AA5-CBDA-409F-A078-DF8A9C9F7317}" destId="{C18CA55B-24BC-47E3-BE00-721E0CB88917}" srcOrd="1" destOrd="0" presId="urn:microsoft.com/office/officeart/2008/layout/HorizontalMultiLevelHierarchy"/>
    <dgm:cxn modelId="{6370033E-0E34-46CA-B619-C4A41E1F1D82}" type="presOf" srcId="{E0562D4F-097F-4039-BC1E-FBF095719CD9}" destId="{CE45919D-5300-4410-9464-E4041CB0CB4A}" srcOrd="0" destOrd="0" presId="urn:microsoft.com/office/officeart/2008/layout/HorizontalMultiLevelHierarchy"/>
    <dgm:cxn modelId="{1224EB3F-7F70-44AE-BA9C-B30847140948}" type="presOf" srcId="{61306BF3-3DBC-4959-B395-414C83E70A72}" destId="{47EC48F9-E2BC-4CEA-B4F1-ED4D4D53B2D1}" srcOrd="0" destOrd="0" presId="urn:microsoft.com/office/officeart/2008/layout/HorizontalMultiLevelHierarchy"/>
    <dgm:cxn modelId="{625D4640-DF65-4536-8F87-AB28F696944E}" type="presOf" srcId="{4F9BDF96-1429-4874-A6C8-E003A073FAFB}" destId="{402D206B-8CA6-40E2-BD43-120D0389BA24}" srcOrd="0" destOrd="0" presId="urn:microsoft.com/office/officeart/2008/layout/HorizontalMultiLevelHierarchy"/>
    <dgm:cxn modelId="{310AC640-3AE4-498E-8442-19C02A4222C5}" type="presOf" srcId="{B016329B-B2FB-4EF9-9AC1-10D44778005B}" destId="{881476FC-01D5-4B44-9920-E5FF4520232E}" srcOrd="0" destOrd="0" presId="urn:microsoft.com/office/officeart/2008/layout/HorizontalMultiLevelHierarchy"/>
    <dgm:cxn modelId="{84BAC25B-C8EF-465C-9B54-098788DFF95E}" srcId="{F6226DE2-E7FD-42AC-BDB6-D80264E76D6C}" destId="{A5555093-807E-46A4-AA3C-02C46FC29981}" srcOrd="1" destOrd="0" parTransId="{80D97337-EA9E-4257-9EFD-FCF4D7CA8413}" sibTransId="{C9F0D1A9-76A5-4DB3-BF2F-7A7459927539}"/>
    <dgm:cxn modelId="{E0B8555D-05E3-409F-B96F-4336AB4500A5}" srcId="{7A5258AE-06F4-4E72-9ADC-D45DBF29EB14}" destId="{5B1C4B99-20AE-4228-8ADE-74E164DFC684}" srcOrd="2" destOrd="0" parTransId="{DAAA5776-EA9E-4177-8010-E3350EC96346}" sibTransId="{DD892A57-081B-49CB-954E-B19DA459D5CE}"/>
    <dgm:cxn modelId="{7AEA275E-5F92-4E3D-ABEE-2F476EEDF068}" type="presOf" srcId="{06E17B4B-2A1B-4A1D-B793-6572492E4178}" destId="{72263B65-4345-4BC6-A0D8-B4F69A1CF1CF}" srcOrd="0" destOrd="0" presId="urn:microsoft.com/office/officeart/2008/layout/HorizontalMultiLevelHierarchy"/>
    <dgm:cxn modelId="{F7CC735F-7E33-49F6-B7A5-C4160BDA2840}" srcId="{4FB655E2-BFD3-46A7-95E3-0B79AD1623D1}" destId="{AEC2811E-7D8B-4237-A4B1-1360D76EDDDA}" srcOrd="0" destOrd="0" parTransId="{07BBEB76-54C3-4FCC-BFCA-90DD06E345AC}" sibTransId="{8175B29A-B682-4FD9-8CE6-9D66351AD045}"/>
    <dgm:cxn modelId="{E8B2BE5F-C5F8-440E-8986-41D7DFC87CF8}" type="presOf" srcId="{BD69F49E-D28C-4BF8-926F-18319B1B4DFF}" destId="{3773053F-AECD-4462-81D5-1EB13209A4DA}" srcOrd="0" destOrd="0" presId="urn:microsoft.com/office/officeart/2008/layout/HorizontalMultiLevelHierarchy"/>
    <dgm:cxn modelId="{5F3AF95F-1B38-4813-90A8-29873D874199}" srcId="{957FE06B-E3E9-4F66-BACD-24A0E1CF01C0}" destId="{4FEA4A55-8F81-4F06-90E0-E173CF263A8F}" srcOrd="2" destOrd="0" parTransId="{D8940C22-896F-4522-9732-F9278F6A332A}" sibTransId="{8B8FF3A3-6D71-4511-8F62-D7A1DF0155F9}"/>
    <dgm:cxn modelId="{50A48660-CAAE-4463-8616-6F2012DACC42}" type="presOf" srcId="{BEA60CE6-F8D7-4C49-A413-A827974B0CCC}" destId="{65A12CC8-F4A4-481D-B32B-799B2092E21F}" srcOrd="0" destOrd="0" presId="urn:microsoft.com/office/officeart/2008/layout/HorizontalMultiLevelHierarchy"/>
    <dgm:cxn modelId="{54BDBA61-1DFB-4A31-84BA-B065AB95B806}" type="presOf" srcId="{2E1505BE-ECB5-4A58-8E5A-347B3C5E90F5}" destId="{8C279744-5332-4C4B-AEA2-A0B2127491E1}" srcOrd="0" destOrd="0" presId="urn:microsoft.com/office/officeart/2008/layout/HorizontalMultiLevelHierarchy"/>
    <dgm:cxn modelId="{F523C741-AD91-4A13-A53B-3015B61050B5}" type="presOf" srcId="{43FB6A58-7544-47FF-AFFA-39E6F63FB71F}" destId="{A87141CE-5100-4FCA-B9AF-015E8CE69C9A}" srcOrd="0" destOrd="0" presId="urn:microsoft.com/office/officeart/2008/layout/HorizontalMultiLevelHierarchy"/>
    <dgm:cxn modelId="{962D3A42-E494-4ABB-BF20-3BCC543C7F25}" type="presOf" srcId="{51E3F7E6-4557-4AEC-BB4C-B287B237A0D9}" destId="{105D5587-9D21-4E5B-BCE4-F2C0FFC6F7F6}" srcOrd="0" destOrd="0" presId="urn:microsoft.com/office/officeart/2008/layout/HorizontalMultiLevelHierarchy"/>
    <dgm:cxn modelId="{7A62F362-3264-4A0E-9474-50833C5CA536}" type="presOf" srcId="{776B8D7F-AF72-4516-87B2-A8E66C211D38}" destId="{3A333B58-2C6A-4789-8C7D-F148FE9C2EA9}" srcOrd="1" destOrd="0" presId="urn:microsoft.com/office/officeart/2008/layout/HorizontalMultiLevelHierarchy"/>
    <dgm:cxn modelId="{55D6AF63-B92D-44B6-B5E1-64AF35D37804}" type="presOf" srcId="{0B31B3DA-7BC9-4260-835D-3EEFA465AA21}" destId="{E1373F89-A4D6-4E10-A163-5176A8A5C6FA}" srcOrd="0" destOrd="0" presId="urn:microsoft.com/office/officeart/2008/layout/HorizontalMultiLevelHierarchy"/>
    <dgm:cxn modelId="{4AF70764-A7F6-49B6-A4A4-A7AB683ACB3D}" srcId="{BB5A329B-9C11-40CC-BF90-3FEF666B0FEE}" destId="{598CEB74-09D2-4FD0-A2EF-C304C67EC777}" srcOrd="1" destOrd="0" parTransId="{9A735A5C-C05D-41A4-AF20-AD6489F6CC7D}" sibTransId="{4F4A19BC-D32B-4A2D-9CC1-071B6139F25D}"/>
    <dgm:cxn modelId="{98E88464-644B-4714-B69F-2AB77F9ACD09}" type="presOf" srcId="{E8223DB8-CD05-4E04-9E3A-91826F090C99}" destId="{72988EE0-ECB5-44D0-A964-ABF1468E8015}" srcOrd="0" destOrd="0" presId="urn:microsoft.com/office/officeart/2008/layout/HorizontalMultiLevelHierarchy"/>
    <dgm:cxn modelId="{7B4CA065-ABCB-454D-8F92-B7C77AD8DECA}" type="presOf" srcId="{DADBD429-DBAA-4440-A088-9612B25F7001}" destId="{2B592AA7-78DB-44C1-91E5-BE386E575EAD}" srcOrd="0" destOrd="0" presId="urn:microsoft.com/office/officeart/2008/layout/HorizontalMultiLevelHierarchy"/>
    <dgm:cxn modelId="{D973BC65-5E96-49C4-A0FF-DD71E53B8DCF}" srcId="{7C8DA967-1901-4C39-B6EC-2778C1A79732}" destId="{0681A442-2F0A-42BC-ADE2-EACEE4DA077B}" srcOrd="1" destOrd="0" parTransId="{187BD53A-7D1B-40FF-AFE5-BCD8C8437814}" sibTransId="{4A705272-8D6F-496F-BFAB-E935FD107137}"/>
    <dgm:cxn modelId="{B503F345-41AC-466D-A963-482DA27F567C}" type="presOf" srcId="{D0BDB517-CAB1-4367-B269-6EA1E4430C55}" destId="{9F37D270-9DF7-4A3B-A33B-49DBCF917C77}" srcOrd="0" destOrd="0" presId="urn:microsoft.com/office/officeart/2008/layout/HorizontalMultiLevelHierarchy"/>
    <dgm:cxn modelId="{89AECF66-02DB-4EC9-AAF9-BFE7AA14C67E}" type="presOf" srcId="{959A8725-37CC-46E3-97E8-C767C4CDF0C4}" destId="{9A1D7F8A-FCF9-49EA-88AA-6396B97A467C}" srcOrd="0" destOrd="0" presId="urn:microsoft.com/office/officeart/2008/layout/HorizontalMultiLevelHierarchy"/>
    <dgm:cxn modelId="{79E1ED46-AAC8-4918-BF71-5616FD101C16}" srcId="{7A4DB81D-20B4-4C4F-81C2-901731EBA332}" destId="{E4F9F9D0-07B0-4F96-B646-E148C735FE7E}" srcOrd="1" destOrd="0" parTransId="{864EBEC5-4024-4E72-9D50-89F805516F19}" sibTransId="{47077B51-F8D1-4CAF-A0CE-A3B0A0C7C762}"/>
    <dgm:cxn modelId="{59394767-E869-4BE9-9B72-8FF3F5002735}" srcId="{C7C566B0-D630-4B9C-BECB-41C7C415616D}" destId="{01E15446-EF34-4BBB-9553-B6BCA729118A}" srcOrd="2" destOrd="0" parTransId="{8E55254F-0E51-49C6-8971-F53E4EF5B163}" sibTransId="{069EB819-58F3-46C3-BFEC-CCDE977C9265}"/>
    <dgm:cxn modelId="{6637D667-17CF-4259-8A2E-91D968184717}" srcId="{7DEF8CD8-CF88-4B58-93A5-1E198CD95F90}" destId="{24820A43-E305-4E2E-8DA5-E81331D306C7}" srcOrd="4" destOrd="0" parTransId="{C6FD0027-A7C7-4709-972C-2BA0F4AFB182}" sibTransId="{5D5F6D33-2F04-4F04-B7B1-093D4BDFA8D1}"/>
    <dgm:cxn modelId="{3ACAE067-5F21-4DEB-B8EE-775F0387B13F}" type="presOf" srcId="{A76E7D9F-4EA8-4B0F-8336-44BDF35B0991}" destId="{788AE160-4C14-430E-A83D-321C4E5E30DC}" srcOrd="1" destOrd="0" presId="urn:microsoft.com/office/officeart/2008/layout/HorizontalMultiLevelHierarchy"/>
    <dgm:cxn modelId="{E62B1668-21E9-4DF9-8AD5-3EF1F53C0742}" type="presOf" srcId="{BCBA13A9-3005-4A76-979C-9B0761CA9208}" destId="{54B9134F-BFB6-441B-8E4D-7E4C4B6C6156}" srcOrd="0" destOrd="0" presId="urn:microsoft.com/office/officeart/2008/layout/HorizontalMultiLevelHierarchy"/>
    <dgm:cxn modelId="{3C301F68-9706-4297-AB36-0BEF966F2EF4}" type="presOf" srcId="{2A12DFAA-3039-4A2A-84D9-326FD1B8C1B3}" destId="{6EFB5E67-B7D0-4282-8DED-104886673CC3}" srcOrd="1" destOrd="0" presId="urn:microsoft.com/office/officeart/2008/layout/HorizontalMultiLevelHierarchy"/>
    <dgm:cxn modelId="{0BA6E248-B832-4605-9BA6-38D224A3D956}" type="presOf" srcId="{CFAA07CF-F953-4851-8E1E-C079B847CC56}" destId="{17C5B00F-B7D3-48F6-962F-26CEA3E49881}" srcOrd="0" destOrd="0" presId="urn:microsoft.com/office/officeart/2008/layout/HorizontalMultiLevelHierarchy"/>
    <dgm:cxn modelId="{0B4FF968-58F3-433B-906A-1B18DA1B5990}" type="presOf" srcId="{8FED7DF5-4F8C-4436-AB42-9D5B8B5FBBFC}" destId="{8F49A915-E435-43B5-80E2-960083CD8FE3}" srcOrd="0" destOrd="0" presId="urn:microsoft.com/office/officeart/2008/layout/HorizontalMultiLevelHierarchy"/>
    <dgm:cxn modelId="{9AFA1D49-31A5-4E3B-9886-ECC71D9CE6FB}" type="presOf" srcId="{32510385-BAB1-42EA-96D3-091B3696C521}" destId="{75D9A0ED-B0BB-4D4E-B4F8-0CFF8088E2A5}" srcOrd="0" destOrd="0" presId="urn:microsoft.com/office/officeart/2008/layout/HorizontalMultiLevelHierarchy"/>
    <dgm:cxn modelId="{F7E69E49-9BAE-4018-BE23-7DB73777341F}" srcId="{EBF3E981-89D4-4231-A066-392812F413F6}" destId="{05E6F152-D887-4485-A012-648951F6EDEB}" srcOrd="2" destOrd="0" parTransId="{5DF4E4F6-1AB8-4AFA-9941-494A5DCE2003}" sibTransId="{7E07B7A0-0E0C-4980-9A52-74B71220B6B1}"/>
    <dgm:cxn modelId="{E23CEB49-04B2-408A-B4CF-3DB8BC6F3B46}" type="presOf" srcId="{40949CD4-EA4D-48DF-99F5-B292456F4AF6}" destId="{13CB3D2F-62AB-43AC-914C-1045C4C72B0F}" srcOrd="1" destOrd="0" presId="urn:microsoft.com/office/officeart/2008/layout/HorizontalMultiLevelHierarchy"/>
    <dgm:cxn modelId="{A8CC374A-84B0-4F2B-9FFB-163CB7342D16}" type="presOf" srcId="{DF458B20-58F6-43E2-8A52-D104A28AA03C}" destId="{95EC88E8-6507-44C8-A9A2-4381325A1990}" srcOrd="1" destOrd="0" presId="urn:microsoft.com/office/officeart/2008/layout/HorizontalMultiLevelHierarchy"/>
    <dgm:cxn modelId="{239EC14A-753B-401E-9061-4F562192A9F5}" type="presOf" srcId="{2E29462C-8671-4C04-8667-E46FC4FD5A75}" destId="{56D1214E-A56C-4494-B82B-BDFB39A2142A}" srcOrd="1" destOrd="0" presId="urn:microsoft.com/office/officeart/2008/layout/HorizontalMultiLevelHierarchy"/>
    <dgm:cxn modelId="{81641C4B-E183-4725-8F6E-15AA463FC477}" srcId="{F6226DE2-E7FD-42AC-BDB6-D80264E76D6C}" destId="{B016329B-B2FB-4EF9-9AC1-10D44778005B}" srcOrd="2" destOrd="0" parTransId="{61306BF3-3DBC-4959-B395-414C83E70A72}" sibTransId="{6912A6EB-1359-4757-9378-673131625DAD}"/>
    <dgm:cxn modelId="{A129694B-DEA1-4F21-8081-FD772E72AB32}" type="presOf" srcId="{FD4F9BA1-7B79-48F1-AE75-0D31434831CD}" destId="{D3ED1586-33BC-484B-ABD9-FDF662115BC4}" srcOrd="1" destOrd="0" presId="urn:microsoft.com/office/officeart/2008/layout/HorizontalMultiLevelHierarchy"/>
    <dgm:cxn modelId="{CDC1014C-54CD-4373-8384-130747F313C4}" type="presOf" srcId="{D8940C22-896F-4522-9732-F9278F6A332A}" destId="{93EC7B1A-E9CC-412C-BECE-B2A1122EB1C7}" srcOrd="0" destOrd="0" presId="urn:microsoft.com/office/officeart/2008/layout/HorizontalMultiLevelHierarchy"/>
    <dgm:cxn modelId="{C96F286C-951C-4055-83F8-52C259476452}" type="presOf" srcId="{ABE6F2DC-6A45-45C3-87E4-4C4697229A99}" destId="{95B85C0B-BE9E-4DF2-AD1B-799DED7949C4}" srcOrd="0" destOrd="0" presId="urn:microsoft.com/office/officeart/2008/layout/HorizontalMultiLevelHierarchy"/>
    <dgm:cxn modelId="{3C94886D-DA4C-40B4-B82F-D99A2360BA17}" type="presOf" srcId="{60B65204-6BFD-4A4F-8075-E7537AD5DDCB}" destId="{848A341C-AC87-4087-990C-6BEB4966CA99}" srcOrd="1" destOrd="0" presId="urn:microsoft.com/office/officeart/2008/layout/HorizontalMultiLevelHierarchy"/>
    <dgm:cxn modelId="{AA3F2D4E-140B-4ED7-B9D2-9F3D02487663}" type="presOf" srcId="{E1278654-305C-4156-B93C-1E5B39B96625}" destId="{1E9CABF9-A17B-418F-AACA-C661AE14674B}" srcOrd="0" destOrd="0" presId="urn:microsoft.com/office/officeart/2008/layout/HorizontalMultiLevelHierarchy"/>
    <dgm:cxn modelId="{D73DF84E-4236-4C8D-B04B-833A600052EF}" type="presOf" srcId="{D5ADBCF5-F22C-4C17-94F9-8E100B2F7DC1}" destId="{8A8148FD-6D4B-4743-A031-6C964A530D01}" srcOrd="0" destOrd="0" presId="urn:microsoft.com/office/officeart/2008/layout/HorizontalMultiLevelHierarchy"/>
    <dgm:cxn modelId="{68801F6F-5A3A-455F-8CC2-5A2B3893D8C6}" srcId="{D1F8063F-DDE3-458A-889B-0803840508BE}" destId="{DA07B54D-507E-4929-86CD-D5D5A8710CE8}" srcOrd="0" destOrd="0" parTransId="{CF90B901-126F-4119-B080-5C2A74EB5394}" sibTransId="{608026F0-9E1F-4B19-89ED-9B3C8607A2F7}"/>
    <dgm:cxn modelId="{91374F4F-7E07-4AFC-97F0-0BC5A46D7568}" type="presOf" srcId="{789DEA6E-FDB1-4907-966C-72DEDE8025CB}" destId="{6734969F-1962-43C7-8BC5-11DCD6920460}" srcOrd="1" destOrd="0" presId="urn:microsoft.com/office/officeart/2008/layout/HorizontalMultiLevelHierarchy"/>
    <dgm:cxn modelId="{55BAD44F-2918-4872-A710-202C483A77E5}" type="presOf" srcId="{2281C00A-F88B-408B-87AF-37A955AD7227}" destId="{5BD5269C-8421-4668-A24B-3EEC073356BE}" srcOrd="1" destOrd="0" presId="urn:microsoft.com/office/officeart/2008/layout/HorizontalMultiLevelHierarchy"/>
    <dgm:cxn modelId="{88C76350-13F0-4874-AD30-8AE3AA425CEF}" type="presOf" srcId="{D931A491-3C1A-4A07-9088-2D16A628A552}" destId="{2387DBA3-923C-46B8-B4EB-F263484FFC97}" srcOrd="0" destOrd="0" presId="urn:microsoft.com/office/officeart/2008/layout/HorizontalMultiLevelHierarchy"/>
    <dgm:cxn modelId="{82AD0E73-30AC-47CC-8164-6E4840C20D7B}" srcId="{DA07B54D-507E-4929-86CD-D5D5A8710CE8}" destId="{8ADA631B-8DA2-4B72-9D7A-A31F4EF225BF}" srcOrd="2" destOrd="0" parTransId="{4E9625DE-A672-4EDB-B4D6-60D96B676580}" sibTransId="{C05460E9-27E4-4A6C-88EE-3098AB67C97B}"/>
    <dgm:cxn modelId="{1EE19573-C24B-497D-8500-19941B490BA5}" type="presOf" srcId="{D7EFE145-4CB0-4FC2-BCA2-41CACC1410AE}" destId="{4B31D0FC-33A6-49A2-B5F8-6E44F5F0031F}" srcOrd="1" destOrd="0" presId="urn:microsoft.com/office/officeart/2008/layout/HorizontalMultiLevelHierarchy"/>
    <dgm:cxn modelId="{42C02374-477F-4C0E-AD53-050E20995AD0}" type="presOf" srcId="{5C00F6A0-6869-46F7-AD6E-281440E27690}" destId="{0D66B42E-2982-49AE-9926-7B8D6EB60BCD}" srcOrd="1" destOrd="0" presId="urn:microsoft.com/office/officeart/2008/layout/HorizontalMultiLevelHierarchy"/>
    <dgm:cxn modelId="{715A4E54-0871-4770-8868-C800CBC77B44}" type="presOf" srcId="{56AA101D-50F9-44C5-BD4D-EE697BDF6937}" destId="{9C0505C8-BE98-4D16-86FC-0CF226D955BE}" srcOrd="0" destOrd="0" presId="urn:microsoft.com/office/officeart/2008/layout/HorizontalMultiLevelHierarchy"/>
    <dgm:cxn modelId="{6EFD7C74-6606-4272-96A5-51D345F640DD}" srcId="{92F917DC-E8F5-452B-8E67-033588C412D0}" destId="{3D312479-5DFA-43B0-A2B3-836B4DDDD96B}" srcOrd="0" destOrd="0" parTransId="{8E0CCEDC-581E-4F87-BEC5-C68574804ED1}" sibTransId="{5CDBF2E9-EDFD-469C-BECF-ED6CFAB1B377}"/>
    <dgm:cxn modelId="{A041BE54-1F59-4CA3-ABDC-DA8F02815287}" type="presOf" srcId="{9F3FE99D-E808-4EB9-AD65-9402BF8365E1}" destId="{FB154294-DDE5-4970-B616-940D33C91CD0}" srcOrd="1" destOrd="0" presId="urn:microsoft.com/office/officeart/2008/layout/HorizontalMultiLevelHierarchy"/>
    <dgm:cxn modelId="{F9441475-3E0E-4B0A-B453-C56735CB108B}" type="presOf" srcId="{DAAA5776-EA9E-4177-8010-E3350EC96346}" destId="{0D4F087B-7129-45BD-B8A7-6BDF2AD77F33}" srcOrd="0" destOrd="0" presId="urn:microsoft.com/office/officeart/2008/layout/HorizontalMultiLevelHierarchy"/>
    <dgm:cxn modelId="{36D17355-85BB-49D7-83AB-5223AAA5266B}" srcId="{C1DF0FE4-1EAE-4D95-8F66-3009AE1FB95B}" destId="{CFAA07CF-F953-4851-8E1E-C079B847CC56}" srcOrd="2" destOrd="0" parTransId="{656C0BD3-AFFF-4B97-9BB3-DD8956D3F135}" sibTransId="{409CE38D-7C61-487F-92DC-2ED7684CC311}"/>
    <dgm:cxn modelId="{190DA355-B271-4775-8955-6EE8317A8F64}" srcId="{4426B836-D9FD-4689-9316-93204E3E93EB}" destId="{B6BB2D64-4093-4E8C-8EEF-44D6987FB6BB}" srcOrd="3" destOrd="0" parTransId="{40949CD4-EA4D-48DF-99F5-B292456F4AF6}" sibTransId="{41BF533D-A751-4662-8053-C36DB1C234CE}"/>
    <dgm:cxn modelId="{2F85C355-5F13-42C0-8AD5-B32960DAFABE}" type="presOf" srcId="{A123D529-9752-46F7-BCB7-212BA4094D6B}" destId="{9D8BFEE0-49BD-46E1-AD46-4C43FE0A6FC9}" srcOrd="0" destOrd="0" presId="urn:microsoft.com/office/officeart/2008/layout/HorizontalMultiLevelHierarchy"/>
    <dgm:cxn modelId="{8D4B5F56-8AC2-4553-A916-9518FF22923D}" type="presOf" srcId="{25D4773D-76BA-4491-90C0-5A43A06B69DD}" destId="{CF57D08B-27B8-47A0-AFB8-61D9449AD07A}" srcOrd="0" destOrd="0" presId="urn:microsoft.com/office/officeart/2008/layout/HorizontalMultiLevelHierarchy"/>
    <dgm:cxn modelId="{E2AB5856-118A-4711-8DB0-4C71E0840800}" type="presOf" srcId="{32510385-BAB1-42EA-96D3-091B3696C521}" destId="{BCB64B18-85BF-4421-914B-77DEC86C803A}" srcOrd="1" destOrd="0" presId="urn:microsoft.com/office/officeart/2008/layout/HorizontalMultiLevelHierarchy"/>
    <dgm:cxn modelId="{277FF676-9EF9-4EBF-B06D-7AB73323F280}" srcId="{7DEF8CD8-CF88-4B58-93A5-1E198CD95F90}" destId="{EBF3E981-89D4-4231-A066-392812F413F6}" srcOrd="0" destOrd="0" parTransId="{066D0DFC-2EE3-49E7-8007-E688F4751E82}" sibTransId="{6A76D2BE-1D1C-49B1-A9FA-8A939FB9EE2C}"/>
    <dgm:cxn modelId="{AAD9F656-41D0-4214-B7D9-549143C586C1}" srcId="{7A5258AE-06F4-4E72-9ADC-D45DBF29EB14}" destId="{D1E49BE7-FAB9-4042-B39C-B00511F4C514}" srcOrd="0" destOrd="0" parTransId="{60B65204-6BFD-4A4F-8075-E7537AD5DDCB}" sibTransId="{702A57ED-25E1-4B29-BA9A-F78DC570047C}"/>
    <dgm:cxn modelId="{DED93857-5F4F-4B3A-94A2-BF8B1EA22E1B}" type="presOf" srcId="{EE038495-1708-4A53-AC82-AD38CAE1055F}" destId="{CA960FB4-E464-42C9-8D0D-E5F88B189548}" srcOrd="0" destOrd="0" presId="urn:microsoft.com/office/officeart/2008/layout/HorizontalMultiLevelHierarchy"/>
    <dgm:cxn modelId="{C8CB8B57-EF07-4B69-A04D-BDE7C4EDA99A}" type="presOf" srcId="{8E55254F-0E51-49C6-8971-F53E4EF5B163}" destId="{44F8920C-C472-4AF5-ACD9-B689A05EB92B}" srcOrd="1" destOrd="0" presId="urn:microsoft.com/office/officeart/2008/layout/HorizontalMultiLevelHierarchy"/>
    <dgm:cxn modelId="{34A5DD57-61EB-452D-977B-F1BD81FC6967}" type="presOf" srcId="{94A9119C-AE0A-4C47-A752-EBA9D6AE38E9}" destId="{BF7CC3A2-7FEF-4FF1-8875-CFEF4626C65F}" srcOrd="0" destOrd="0" presId="urn:microsoft.com/office/officeart/2008/layout/HorizontalMultiLevelHierarchy"/>
    <dgm:cxn modelId="{6C79DE77-AB07-48E2-BCEB-22D1F1647171}" type="presOf" srcId="{1A421E7D-3058-4B60-A2D9-130394A1F5A5}" destId="{B98E4B14-2FDC-4876-872D-961BED8E0A83}" srcOrd="0" destOrd="0" presId="urn:microsoft.com/office/officeart/2008/layout/HorizontalMultiLevelHierarchy"/>
    <dgm:cxn modelId="{928B4158-978E-4F38-B24B-2B6EBB730A38}" type="presOf" srcId="{60B65204-6BFD-4A4F-8075-E7537AD5DDCB}" destId="{88F9FE74-B8F1-44A0-9FAD-3D2771214F39}" srcOrd="0" destOrd="0" presId="urn:microsoft.com/office/officeart/2008/layout/HorizontalMultiLevelHierarchy"/>
    <dgm:cxn modelId="{3699B258-8A89-436E-971F-2EE699BD1434}" type="presOf" srcId="{EA910918-419A-40CE-9FBB-2C30E9927A3B}" destId="{2652B7B2-A5DA-482F-9A80-4F628FC24E89}" srcOrd="0" destOrd="0" presId="urn:microsoft.com/office/officeart/2008/layout/HorizontalMultiLevelHierarchy"/>
    <dgm:cxn modelId="{26976159-9C3C-4381-8C2F-0B5D5A7E106A}" type="presOf" srcId="{9A2B63E8-A9C0-4560-8902-03576ED42982}" destId="{A660373F-58DC-4560-9937-58AC557104B0}" srcOrd="0" destOrd="0" presId="urn:microsoft.com/office/officeart/2008/layout/HorizontalMultiLevelHierarchy"/>
    <dgm:cxn modelId="{0497D459-EBA2-4299-8D39-064A729FA9CA}" type="presOf" srcId="{0A34E417-22C1-484F-96CF-695A011839E3}" destId="{86877651-41D4-4538-AE80-9598CE806D8A}" srcOrd="0" destOrd="0" presId="urn:microsoft.com/office/officeart/2008/layout/HorizontalMultiLevelHierarchy"/>
    <dgm:cxn modelId="{F8F3417A-14E4-4BD5-B5AA-BC9F46623036}" type="presOf" srcId="{C44055D5-0EA2-417E-B7AA-94F4575E2D58}" destId="{F970A9A5-E241-466C-B4C5-BB6DA3F05DF3}" srcOrd="0" destOrd="0" presId="urn:microsoft.com/office/officeart/2008/layout/HorizontalMultiLevelHierarchy"/>
    <dgm:cxn modelId="{6848B37A-8249-4834-8B09-0CF7B6BA09FF}" type="presOf" srcId="{C6FD0027-A7C7-4709-972C-2BA0F4AFB182}" destId="{21960EF0-E4C2-42FF-9901-5E8B49538F9C}" srcOrd="0" destOrd="0" presId="urn:microsoft.com/office/officeart/2008/layout/HorizontalMultiLevelHierarchy"/>
    <dgm:cxn modelId="{E76BD77A-7AFC-42E3-BCC3-1E3BE23A915B}" srcId="{957FE06B-E3E9-4F66-BACD-24A0E1CF01C0}" destId="{0A34E417-22C1-484F-96CF-695A011839E3}" srcOrd="1" destOrd="0" parTransId="{51E3F7E6-4557-4AEC-BB4C-B287B237A0D9}" sibTransId="{F8055153-405C-49F3-B73C-5E1CDAF4330C}"/>
    <dgm:cxn modelId="{223D7F7C-5F61-4D62-81D4-C871C0D19196}" type="presOf" srcId="{FD4F9BA1-7B79-48F1-AE75-0D31434831CD}" destId="{4DF77B36-C6A3-4657-BB89-598C9CE6289A}" srcOrd="0" destOrd="0" presId="urn:microsoft.com/office/officeart/2008/layout/HorizontalMultiLevelHierarchy"/>
    <dgm:cxn modelId="{FDFBC67C-D334-4A04-AE17-24449D732B96}" srcId="{EBF3E981-89D4-4231-A066-392812F413F6}" destId="{41288682-29AD-4943-B18A-C4FD955836C5}" srcOrd="1" destOrd="0" parTransId="{BE29B2C4-BA28-4F0B-9207-427084786516}" sibTransId="{5513471A-E33C-4B02-B8C9-2989B7D44760}"/>
    <dgm:cxn modelId="{2C1EE77F-CFCE-49DC-8EA8-A89BBE9A5078}" type="presOf" srcId="{745456DA-D4BC-47E3-AC00-3F506054B82B}" destId="{E0CDA480-8A28-4C04-8CFC-55E7D7AE912F}" srcOrd="1" destOrd="0" presId="urn:microsoft.com/office/officeart/2008/layout/HorizontalMultiLevelHierarchy"/>
    <dgm:cxn modelId="{2F6B0380-99E3-4083-81EE-A6D493BEB686}" srcId="{7DEF8CD8-CF88-4B58-93A5-1E198CD95F90}" destId="{6A0D10D7-9C98-4FF2-BABA-9592E49EA02D}" srcOrd="2" destOrd="0" parTransId="{79E29AA5-CBDA-409F-A078-DF8A9C9F7317}" sibTransId="{4C74E7B0-A480-4B5F-88B0-B92D1BF6578B}"/>
    <dgm:cxn modelId="{D5E20480-937D-4D6B-B7DF-E0C0C59F3BB1}" srcId="{9B74C0A1-C09F-4692-8C11-1AFAE4A20F1F}" destId="{E8223DB8-CD05-4E04-9E3A-91826F090C99}" srcOrd="1" destOrd="0" parTransId="{700207FA-2A80-43A0-87AC-464963841924}" sibTransId="{46A84C0D-FB4A-4F71-A258-D7C96096C897}"/>
    <dgm:cxn modelId="{95A26881-FE19-45A6-B5F6-62F1439B6E25}" type="presOf" srcId="{7A5258AE-06F4-4E72-9ADC-D45DBF29EB14}" destId="{A03DC2FC-0105-41F2-8AA0-DE271D568108}" srcOrd="0" destOrd="0" presId="urn:microsoft.com/office/officeart/2008/layout/HorizontalMultiLevelHierarchy"/>
    <dgm:cxn modelId="{CD986A81-94BA-4CB9-9511-B29059DD3E61}" srcId="{C7C566B0-D630-4B9C-BECB-41C7C415616D}" destId="{BD69F49E-D28C-4BF8-926F-18319B1B4DFF}" srcOrd="1" destOrd="0" parTransId="{25D4773D-76BA-4491-90C0-5A43A06B69DD}" sibTransId="{93AA0790-D241-4DB4-81D3-8DFF98EA3764}"/>
    <dgm:cxn modelId="{2677EE81-8D49-4AF7-8D56-174885EB2278}" type="presOf" srcId="{E419E5A7-4BA7-44E9-83DC-8D2864CB33AF}" destId="{A92BB0B9-BDEE-4D83-9DFA-5A9A52839BCB}" srcOrd="0" destOrd="0" presId="urn:microsoft.com/office/officeart/2008/layout/HorizontalMultiLevelHierarchy"/>
    <dgm:cxn modelId="{00C06484-05FC-4290-92AC-BB6F601C40E8}" srcId="{9A2B63E8-A9C0-4560-8902-03576ED42982}" destId="{7A5258AE-06F4-4E72-9ADC-D45DBF29EB14}" srcOrd="0" destOrd="0" parTransId="{D0BDB517-CAB1-4367-B269-6EA1E4430C55}" sibTransId="{9EA67E10-BB89-4783-902F-FE2274D3664F}"/>
    <dgm:cxn modelId="{676E9284-B84F-47E4-A2C1-FDF1A6CDFEC7}" type="presOf" srcId="{91DB8A81-850E-4611-A25E-490C30BC682D}" destId="{C5162589-FDC8-4935-84FE-2D30BD6D5EE7}" srcOrd="0" destOrd="0" presId="urn:microsoft.com/office/officeart/2008/layout/HorizontalMultiLevelHierarchy"/>
    <dgm:cxn modelId="{C6612C86-B8E6-4629-A251-CC43C9A24C77}" type="presOf" srcId="{81C6369B-AC2C-4F6D-B00A-AF99E29C35DB}" destId="{6E83C920-FA12-4C39-8DD1-E2AE037C7CBB}" srcOrd="1" destOrd="0" presId="urn:microsoft.com/office/officeart/2008/layout/HorizontalMultiLevelHierarchy"/>
    <dgm:cxn modelId="{F7439186-6F30-4EFF-95D5-6D1E05EEB8AD}" srcId="{DA07B54D-507E-4929-86CD-D5D5A8710CE8}" destId="{C3CE8F2D-EFD4-4BE6-B8C7-6CDF837FB501}" srcOrd="0" destOrd="0" parTransId="{1E33F97E-B84E-44BA-924C-4A593B2CE75F}" sibTransId="{F2FF357A-641B-4C24-BB8D-26E62D0623FF}"/>
    <dgm:cxn modelId="{4D9BF386-F18C-44DF-89BB-B6656CE0AAAA}" srcId="{C1DF0FE4-1EAE-4D95-8F66-3009AE1FB95B}" destId="{C65A75C2-10FF-45BF-9DCF-A6E011C2E93E}" srcOrd="1" destOrd="0" parTransId="{7A14EEE8-D6CF-4340-A466-E5EEB9C99376}" sibTransId="{B43639F7-FBD2-4B4A-A82B-FF6AE46B082A}"/>
    <dgm:cxn modelId="{86276987-88F9-45E6-A7C4-08B96ECC39BC}" srcId="{7A4DB81D-20B4-4C4F-81C2-901731EBA332}" destId="{92F917DC-E8F5-452B-8E67-033588C412D0}" srcOrd="0" destOrd="0" parTransId="{2A12DFAA-3039-4A2A-84D9-326FD1B8C1B3}" sibTransId="{99C38000-8FE2-4E37-BD72-A14032FAC579}"/>
    <dgm:cxn modelId="{DEE5C888-D8ED-4B36-BD9E-A59D5454FF0B}" type="presOf" srcId="{D0BDB517-CAB1-4367-B269-6EA1E4430C55}" destId="{25FF9314-53EF-4FAA-9DFC-C6A922367261}" srcOrd="1" destOrd="0" presId="urn:microsoft.com/office/officeart/2008/layout/HorizontalMultiLevelHierarchy"/>
    <dgm:cxn modelId="{C4B93389-8805-41A2-BF6D-C7D2FBBC4E4D}" type="presOf" srcId="{05E6F152-D887-4485-A012-648951F6EDEB}" destId="{98204F16-4474-42DD-BA18-012AB4B74CD9}" srcOrd="0" destOrd="0" presId="urn:microsoft.com/office/officeart/2008/layout/HorizontalMultiLevelHierarchy"/>
    <dgm:cxn modelId="{71FDC989-F967-45C0-80F1-3EEF9FD8D718}" srcId="{4FB655E2-BFD3-46A7-95E3-0B79AD1623D1}" destId="{8FFC0A3E-7953-4C67-98E5-C8CB4B4279CA}" srcOrd="2" destOrd="0" parTransId="{3C86A165-3987-4D05-AFE4-62EC6F3C17A3}" sibTransId="{147527A1-A838-49D5-8CA0-52656E090BFB}"/>
    <dgm:cxn modelId="{8FE2298A-1BB5-48F9-8A19-7847D2E441DF}" type="presOf" srcId="{01BE9AD0-4231-4C8F-91FD-4ACDDD11A759}" destId="{1F3BAAAC-30A4-43C1-80AC-4D3DBBB7750F}" srcOrd="0" destOrd="0" presId="urn:microsoft.com/office/officeart/2008/layout/HorizontalMultiLevelHierarchy"/>
    <dgm:cxn modelId="{A258F28A-D902-4B39-BD7B-02AAA1EAD316}" type="presOf" srcId="{03695D00-E2E0-42FA-A11F-D085B93A493D}" destId="{D938FC41-DC00-4471-A7ED-28BB94364F41}" srcOrd="0" destOrd="0" presId="urn:microsoft.com/office/officeart/2008/layout/HorizontalMultiLevelHierarchy"/>
    <dgm:cxn modelId="{EFFE028C-A043-40FE-9B7B-D9ABDFC3FD8F}" type="presOf" srcId="{1E33F97E-B84E-44BA-924C-4A593B2CE75F}" destId="{049156C2-A60F-49CF-A4CA-992595604BD9}" srcOrd="1" destOrd="0" presId="urn:microsoft.com/office/officeart/2008/layout/HorizontalMultiLevelHierarchy"/>
    <dgm:cxn modelId="{38551F8C-476C-4ECD-8755-3E92BC77E87F}" srcId="{7A5258AE-06F4-4E72-9ADC-D45DBF29EB14}" destId="{2E1505BE-ECB5-4A58-8E5A-347B3C5E90F5}" srcOrd="1" destOrd="0" parTransId="{CB21E319-8BBA-40FD-AF2C-DEDC5015D4F8}" sibTransId="{C147B684-D301-4512-8275-9802304CAF54}"/>
    <dgm:cxn modelId="{7001388C-90DF-40E7-8625-E89F69B9E2EF}" type="presOf" srcId="{F6F46422-5521-40E1-8B8A-9CC25866306A}" destId="{B30EC4D6-531E-4BCB-BC19-C1835281D486}" srcOrd="0" destOrd="0" presId="urn:microsoft.com/office/officeart/2008/layout/HorizontalMultiLevelHierarchy"/>
    <dgm:cxn modelId="{FC7AE98D-F334-438C-AAA8-90E4FA1237B0}" type="presOf" srcId="{97CCC29E-A4DD-4B18-BDE4-65690CB4D506}" destId="{95706635-4F6C-4D26-8B5B-79A0BF1B7015}" srcOrd="0" destOrd="0" presId="urn:microsoft.com/office/officeart/2008/layout/HorizontalMultiLevelHierarchy"/>
    <dgm:cxn modelId="{434AFD8D-1BA6-4688-8547-0D6C2ADF02D2}" type="presOf" srcId="{01E15446-EF34-4BBB-9553-B6BCA729118A}" destId="{6177205F-A24C-4002-8907-83F933726424}" srcOrd="0" destOrd="0" presId="urn:microsoft.com/office/officeart/2008/layout/HorizontalMultiLevelHierarchy"/>
    <dgm:cxn modelId="{DD47FE8D-6A78-46BD-B36E-1F2C04651183}" type="presOf" srcId="{DA07B54D-507E-4929-86CD-D5D5A8710CE8}" destId="{CBF68269-D891-46AF-AB99-1AE647BD5FEA}" srcOrd="0" destOrd="0" presId="urn:microsoft.com/office/officeart/2008/layout/HorizontalMultiLevelHierarchy"/>
    <dgm:cxn modelId="{71C7F58E-3255-43F0-8C6C-0831731EB051}" srcId="{BEA60CE6-F8D7-4C49-A413-A827974B0CCC}" destId="{2FF5A82E-5E73-41B3-9BA6-12EEAA97622A}" srcOrd="0" destOrd="0" parTransId="{959A8725-37CC-46E3-97E8-C767C4CDF0C4}" sibTransId="{9A50695E-9D0C-4F1E-B127-D64D5F1D2B4F}"/>
    <dgm:cxn modelId="{3A046E8F-16E5-4DAF-ABBD-40723EB695C0}" type="presOf" srcId="{C7C566B0-D630-4B9C-BECB-41C7C415616D}" destId="{9CD1CC9F-49C6-4E20-AB74-00709858207E}" srcOrd="0" destOrd="0" presId="urn:microsoft.com/office/officeart/2008/layout/HorizontalMultiLevelHierarchy"/>
    <dgm:cxn modelId="{4BAADD8F-9629-49EC-9125-0ABA0E79B443}" type="presOf" srcId="{81C6369B-AC2C-4F6D-B00A-AF99E29C35DB}" destId="{A3C9F893-F334-4798-ABBC-6FA9BB967FD5}" srcOrd="0" destOrd="0" presId="urn:microsoft.com/office/officeart/2008/layout/HorizontalMultiLevelHierarchy"/>
    <dgm:cxn modelId="{5DBC6C92-7CA6-4E98-B053-8383DE8E11A3}" srcId="{4426B836-D9FD-4689-9316-93204E3E93EB}" destId="{EE038495-1708-4A53-AC82-AD38CAE1055F}" srcOrd="2" destOrd="0" parTransId="{0B31B3DA-7BC9-4260-835D-3EEFA465AA21}" sibTransId="{7C1CC500-CA3F-4DA9-B6A8-CAC7F1BD62B3}"/>
    <dgm:cxn modelId="{8AB8B192-FABD-47BB-8805-E422140A7348}" type="presOf" srcId="{789DEA6E-FDB1-4907-966C-72DEDE8025CB}" destId="{1CB8949E-69E3-43C8-B02D-4705F417DDF3}" srcOrd="0" destOrd="0" presId="urn:microsoft.com/office/officeart/2008/layout/HorizontalMultiLevelHierarchy"/>
    <dgm:cxn modelId="{EBB3DF92-B55C-49A2-8620-6B9B8156F9BB}" type="presOf" srcId="{98BF40A8-8A3A-4C9A-B1D0-D9555708AEF1}" destId="{8C8167E8-021E-4D0A-A3DE-2FD0C56373D3}" srcOrd="0" destOrd="0" presId="urn:microsoft.com/office/officeart/2008/layout/HorizontalMultiLevelHierarchy"/>
    <dgm:cxn modelId="{AF1CA195-A448-41FC-9E48-2F70BB711EF4}" type="presOf" srcId="{864EBEC5-4024-4E72-9D50-89F805516F19}" destId="{E9A01032-3F13-40AB-875C-F0F7D7306BE9}" srcOrd="0" destOrd="0" presId="urn:microsoft.com/office/officeart/2008/layout/HorizontalMultiLevelHierarchy"/>
    <dgm:cxn modelId="{235C9996-80F7-49F0-A0C2-252F816E4982}" type="presOf" srcId="{C44055D5-0EA2-417E-B7AA-94F4575E2D58}" destId="{0ED34CB6-F7D2-4B4F-AA9A-125EAFF93FF5}" srcOrd="1" destOrd="0" presId="urn:microsoft.com/office/officeart/2008/layout/HorizontalMultiLevelHierarchy"/>
    <dgm:cxn modelId="{08D3AF96-61BA-48D9-B7EE-CEAD2FC96CA2}" type="presOf" srcId="{EBF3E981-89D4-4231-A066-392812F413F6}" destId="{8D00497E-ECEA-4B20-B13B-F6CB3B8943D7}" srcOrd="0" destOrd="0" presId="urn:microsoft.com/office/officeart/2008/layout/HorizontalMultiLevelHierarchy"/>
    <dgm:cxn modelId="{F1B1F697-FD94-4417-AE3E-41873D7E2898}" type="presOf" srcId="{877CFE26-551F-477F-92EB-C6C76A3ED19D}" destId="{AADDFBC9-FDC1-4F1D-9D6E-FA65599475EA}" srcOrd="0" destOrd="0" presId="urn:microsoft.com/office/officeart/2008/layout/HorizontalMultiLevelHierarchy"/>
    <dgm:cxn modelId="{9D70719B-A3C9-499D-8677-804B1F00AF57}" type="presOf" srcId="{F3EB69AB-899E-4183-8EAD-A078E116AD13}" destId="{5EE06688-561D-434A-9B6D-E4FFC1D896B9}" srcOrd="1" destOrd="0" presId="urn:microsoft.com/office/officeart/2008/layout/HorizontalMultiLevelHierarchy"/>
    <dgm:cxn modelId="{773B5E9D-4E22-4A44-8F87-9D7184D1741E}" type="presOf" srcId="{BCBA13A9-3005-4A76-979C-9B0761CA9208}" destId="{C0A3D9FE-E3A0-41CE-80A4-5B445A206672}" srcOrd="1" destOrd="0" presId="urn:microsoft.com/office/officeart/2008/layout/HorizontalMultiLevelHierarchy"/>
    <dgm:cxn modelId="{11A4B69D-686E-40E4-A990-9E72F36D9248}" type="presOf" srcId="{358C85D6-9A59-4557-8048-054C8E72DEFB}" destId="{F9D026B3-8135-436E-ADAA-ED22B17E9C30}" srcOrd="0" destOrd="0" presId="urn:microsoft.com/office/officeart/2008/layout/HorizontalMultiLevelHierarchy"/>
    <dgm:cxn modelId="{A1BE5F9E-B203-4312-9B9D-5639C75AFF16}" type="presOf" srcId="{E0562D4F-097F-4039-BC1E-FBF095719CD9}" destId="{08489075-6EC1-44F8-9AED-5A091C450AF6}" srcOrd="1" destOrd="0" presId="urn:microsoft.com/office/officeart/2008/layout/HorizontalMultiLevelHierarchy"/>
    <dgm:cxn modelId="{99ADE99E-000E-4EF4-946F-5E1B57A831C8}" srcId="{2146BA4C-AC55-4333-89E3-93FFA1F97DF6}" destId="{EA910918-419A-40CE-9FBB-2C30E9927A3B}" srcOrd="0" destOrd="0" parTransId="{45E57424-E579-442D-9389-F0C3BC9461C1}" sibTransId="{3AECDFE3-CDB1-4C85-90DA-0FE379AC9D56}"/>
    <dgm:cxn modelId="{6024059F-253D-4FEC-A914-599C65D79745}" srcId="{9A2B63E8-A9C0-4560-8902-03576ED42982}" destId="{4FB655E2-BFD3-46A7-95E3-0B79AD1623D1}" srcOrd="4" destOrd="0" parTransId="{47070DBF-6EBD-4F09-8470-1E9D6F5C12AC}" sibTransId="{ADC673D0-9381-4007-8712-6112D53B278B}"/>
    <dgm:cxn modelId="{6DBA6F9F-35E2-4578-91CF-336EC652EBB6}" type="presOf" srcId="{82AC2A46-6F37-4152-BD57-575D4C3993D6}" destId="{001282A7-6CA5-4A63-ACCE-CED3264A90BC}" srcOrd="0" destOrd="0" presId="urn:microsoft.com/office/officeart/2008/layout/HorizontalMultiLevelHierarchy"/>
    <dgm:cxn modelId="{2F949CA3-9639-4D7A-A827-BB05BE26C524}" type="presOf" srcId="{656C0BD3-AFFF-4B97-9BB3-DD8956D3F135}" destId="{B34CE313-5346-4642-960A-6C84EEAB5298}" srcOrd="1" destOrd="0" presId="urn:microsoft.com/office/officeart/2008/layout/HorizontalMultiLevelHierarchy"/>
    <dgm:cxn modelId="{F91256A4-0A8B-43D3-A368-506047F095EB}" srcId="{4426B836-D9FD-4689-9316-93204E3E93EB}" destId="{7A4DB81D-20B4-4C4F-81C2-901731EBA332}" srcOrd="1" destOrd="0" parTransId="{1F31ABF9-4552-4202-993F-9FBCAA693688}" sibTransId="{3A70533D-F37E-4E5F-A561-08A7CC33998F}"/>
    <dgm:cxn modelId="{D5D123A6-823F-4F7E-91FE-C16D4EECBD85}" type="presOf" srcId="{C3CE8F2D-EFD4-4BE6-B8C7-6CDF837FB501}" destId="{212B3FF7-6187-433B-80DD-2E96632593BE}" srcOrd="0" destOrd="0" presId="urn:microsoft.com/office/officeart/2008/layout/HorizontalMultiLevelHierarchy"/>
    <dgm:cxn modelId="{5AD58FA8-EB7B-40B5-8B72-ABDFC0F154E6}" srcId="{B4B3B9EA-3E59-4765-B038-5E3035B9F5F9}" destId="{7DEF8CD8-CF88-4B58-93A5-1E198CD95F90}" srcOrd="0" destOrd="0" parTransId="{F6B2CB6F-5A01-4EEE-92D0-F374DBA715F2}" sibTransId="{5982A0FB-F151-4024-B45F-5E9EF9BF9A24}"/>
    <dgm:cxn modelId="{8160CFA8-87F2-4753-9E8B-2AA8A560A5F9}" type="presOf" srcId="{4E9625DE-A672-4EDB-B4D6-60D96B676580}" destId="{10A1EB85-8990-48AC-AAC7-2E136C4D1114}" srcOrd="1" destOrd="0" presId="urn:microsoft.com/office/officeart/2008/layout/HorizontalMultiLevelHierarchy"/>
    <dgm:cxn modelId="{DA62E6A8-F04C-4DD8-95CF-1422CCB272FE}" type="presOf" srcId="{D1E49BE7-FAB9-4042-B39C-B00511F4C514}" destId="{86806170-5214-4BDB-9211-568AE9FFB44D}" srcOrd="0" destOrd="0" presId="urn:microsoft.com/office/officeart/2008/layout/HorizontalMultiLevelHierarchy"/>
    <dgm:cxn modelId="{2F29B5AA-EB88-4124-860A-98DC2559DCE3}" srcId="{6A0D10D7-9C98-4FF2-BABA-9592E49EA02D}" destId="{BEA60CE6-F8D7-4C49-A413-A827974B0CCC}" srcOrd="1" destOrd="0" parTransId="{41DA2023-6EAE-4B7B-BD46-6EBA8062C4C0}" sibTransId="{3632BD6B-30C8-42BD-82B6-9BEAD3D50148}"/>
    <dgm:cxn modelId="{DEEA03AC-41CD-48B7-95CF-87A24E835EAC}" srcId="{9A2B63E8-A9C0-4560-8902-03576ED42982}" destId="{9B74C0A1-C09F-4692-8C11-1AFAE4A20F1F}" srcOrd="2" destOrd="0" parTransId="{A76E7D9F-4EA8-4B0F-8336-44BDF35B0991}" sibTransId="{3D0BC46F-B029-479A-A49F-6E0594F666C7}"/>
    <dgm:cxn modelId="{AB8CE8AE-3A71-485F-B331-364BEDEB5167}" type="presOf" srcId="{98BF40A8-8A3A-4C9A-B1D0-D9555708AEF1}" destId="{3B7F726F-1E65-42DA-B4CF-CA1074A306A4}" srcOrd="1" destOrd="0" presId="urn:microsoft.com/office/officeart/2008/layout/HorizontalMultiLevelHierarchy"/>
    <dgm:cxn modelId="{6E0A96B0-4135-451C-B7B1-424DEE107B84}" type="presOf" srcId="{C65A75C2-10FF-45BF-9DCF-A6E011C2E93E}" destId="{08611881-4F71-468F-AAD1-A731F992C2ED}" srcOrd="0" destOrd="0" presId="urn:microsoft.com/office/officeart/2008/layout/HorizontalMultiLevelHierarchy"/>
    <dgm:cxn modelId="{9F5345B2-9F8C-4C59-BAA6-6E5162153979}" type="presOf" srcId="{0681A442-2F0A-42BC-ADE2-EACEE4DA077B}" destId="{C7BC06C6-6CF4-4E14-9A39-B7599D3BD6FC}" srcOrd="0" destOrd="0" presId="urn:microsoft.com/office/officeart/2008/layout/HorizontalMultiLevelHierarchy"/>
    <dgm:cxn modelId="{615DABB2-084B-454D-B77B-24FF2BB30B32}" srcId="{7C8DA967-1901-4C39-B6EC-2778C1A79732}" destId="{56AA101D-50F9-44C5-BD4D-EE697BDF6937}" srcOrd="0" destOrd="0" parTransId="{BFF3039B-D03A-42E2-9D15-8525EBD67523}" sibTransId="{AD1AA0F6-901A-47CC-81A2-F2402EAE32BD}"/>
    <dgm:cxn modelId="{10CAD8B2-894A-46B9-81E2-FBAB1BBF2762}" type="presOf" srcId="{066D0DFC-2EE3-49E7-8007-E688F4751E82}" destId="{058F1309-1349-4068-AE5F-C291EEEA860C}" srcOrd="0" destOrd="0" presId="urn:microsoft.com/office/officeart/2008/layout/HorizontalMultiLevelHierarchy"/>
    <dgm:cxn modelId="{372072B3-F07B-4E13-BE87-2825C97D8C4D}" type="presOf" srcId="{07BBEB76-54C3-4FCC-BFCA-90DD06E345AC}" destId="{F0F89CA4-A835-4F4A-85D0-A50DE1132CC2}" srcOrd="0" destOrd="0" presId="urn:microsoft.com/office/officeart/2008/layout/HorizontalMultiLevelHierarchy"/>
    <dgm:cxn modelId="{0E8232B4-53CC-4C95-8CB0-E21982CA3807}" type="presOf" srcId="{187BD53A-7D1B-40FF-AFE5-BCD8C8437814}" destId="{2DDAD914-F9B7-444A-95AC-7F11F7C6FF22}" srcOrd="1" destOrd="0" presId="urn:microsoft.com/office/officeart/2008/layout/HorizontalMultiLevelHierarchy"/>
    <dgm:cxn modelId="{597074B4-1EAF-4FC2-AA81-569F61FCD520}" type="presOf" srcId="{0973C48B-10B7-4C35-8BD9-6B49371BEB9D}" destId="{158A25C6-B2CE-42F9-85BA-CD0C43C6208D}" srcOrd="0" destOrd="0" presId="urn:microsoft.com/office/officeart/2008/layout/HorizontalMultiLevelHierarchy"/>
    <dgm:cxn modelId="{2918B3B4-756D-4DD9-868E-A10D8811A5D2}" srcId="{D1F8063F-DDE3-458A-889B-0803840508BE}" destId="{BB5A329B-9C11-40CC-BF90-3FEF666B0FEE}" srcOrd="1" destOrd="0" parTransId="{F3EB69AB-899E-4183-8EAD-A078E116AD13}" sibTransId="{B3E9866E-8A3A-4C9C-9FC2-E53902BBD3EE}"/>
    <dgm:cxn modelId="{5CF035B5-FE3A-433B-93AC-B388D572FAC8}" type="presOf" srcId="{D8940C22-896F-4522-9732-F9278F6A332A}" destId="{5615AC30-1A3B-41BF-AE33-AB280EA70FCB}" srcOrd="1" destOrd="0" presId="urn:microsoft.com/office/officeart/2008/layout/HorizontalMultiLevelHierarchy"/>
    <dgm:cxn modelId="{D76E12B6-2FA2-4AAA-89B4-F52A7AADDC41}" type="presOf" srcId="{6F4B365A-3D0F-4C9F-9E50-8AB30D07FE65}" destId="{2701E3F1-8BEF-471A-9065-27D964580C5F}" srcOrd="0" destOrd="0" presId="urn:microsoft.com/office/officeart/2008/layout/HorizontalMultiLevelHierarchy"/>
    <dgm:cxn modelId="{1CC728B6-753D-4F34-BF7B-C7C2B68C688F}" type="presOf" srcId="{864EBEC5-4024-4E72-9D50-89F805516F19}" destId="{496B850F-C7C9-4C29-A978-46E2FD40E128}" srcOrd="1" destOrd="0" presId="urn:microsoft.com/office/officeart/2008/layout/HorizontalMultiLevelHierarchy"/>
    <dgm:cxn modelId="{3DB54EB7-4C33-405C-99D9-7A4C40EECF74}" type="presOf" srcId="{8B1CC938-302E-4C7C-9871-13AE564836E4}" destId="{1DF24980-DED8-43D0-82A1-42721F694D88}" srcOrd="0" destOrd="0" presId="urn:microsoft.com/office/officeart/2008/layout/HorizontalMultiLevelHierarchy"/>
    <dgm:cxn modelId="{035812B9-D3DB-4C9E-8322-98532328C905}" srcId="{E1278654-305C-4156-B93C-1E5B39B96625}" destId="{877CFE26-551F-477F-92EB-C6C76A3ED19D}" srcOrd="1" destOrd="0" parTransId="{D9B264B2-D2B5-4E0D-93E6-A05CE63224D4}" sibTransId="{08121044-9EA5-4704-B2AD-4524CC235DB7}"/>
    <dgm:cxn modelId="{4C5374B9-6FE1-48F8-9A25-4EE67C65C013}" srcId="{2146BA4C-AC55-4333-89E3-93FFA1F97DF6}" destId="{43FB6A58-7544-47FF-AFFA-39E6F63FB71F}" srcOrd="2" destOrd="0" parTransId="{06E17B4B-2A1B-4A1D-B793-6572492E4178}" sibTransId="{A7A51318-611C-494E-A59E-8C7DBFB55304}"/>
    <dgm:cxn modelId="{F172F2B9-0ACB-414F-9BE5-2073BBB7F132}" srcId="{BEA60CE6-F8D7-4C49-A413-A827974B0CCC}" destId="{6F4B365A-3D0F-4C9F-9E50-8AB30D07FE65}" srcOrd="1" destOrd="0" parTransId="{86DC6630-259A-4C47-839C-00E64596304A}" sibTransId="{6007565B-EA13-4BC0-9EBF-587998D5CB1A}"/>
    <dgm:cxn modelId="{6BDD53BC-E76A-4D77-81C0-3FD8FF2CB275}" srcId="{92F917DC-E8F5-452B-8E67-033588C412D0}" destId="{F956A11E-2C72-4FC5-BF96-C2FD3B7CF89E}" srcOrd="1" destOrd="0" parTransId="{D7EFE145-4CB0-4FC2-BCA2-41CACC1410AE}" sibTransId="{BDD5BF67-9FB4-4712-8797-AFAEDEA6D1D9}"/>
    <dgm:cxn modelId="{06A61ABE-A363-4167-8007-B02E5D6EBDF4}" type="presOf" srcId="{E4F9F9D0-07B0-4F96-B646-E148C735FE7E}" destId="{15E1BB8C-034E-4D43-B117-84FB15952416}" srcOrd="0" destOrd="0" presId="urn:microsoft.com/office/officeart/2008/layout/HorizontalMultiLevelHierarchy"/>
    <dgm:cxn modelId="{45D612BF-A7B9-40D2-8048-796725D07817}" type="presOf" srcId="{1F31ABF9-4552-4202-993F-9FBCAA693688}" destId="{78CCC72F-928B-43C4-B0B2-F1ADCDA6AB60}" srcOrd="0" destOrd="0" presId="urn:microsoft.com/office/officeart/2008/layout/HorizontalMultiLevelHierarchy"/>
    <dgm:cxn modelId="{42DDAABF-AC42-44CF-8CD2-7B6D2C28DEBA}" srcId="{7DEF8CD8-CF88-4B58-93A5-1E198CD95F90}" destId="{4426B836-D9FD-4689-9316-93204E3E93EB}" srcOrd="1" destOrd="0" parTransId="{776B8D7F-AF72-4516-87B2-A8E66C211D38}" sibTransId="{E0BFA8DE-A547-4BA4-82BD-CDB2A2D9FA84}"/>
    <dgm:cxn modelId="{62D6BCBF-5C2B-4830-96A2-D7BA1D286870}" type="presOf" srcId="{9F3FE99D-E808-4EB9-AD65-9402BF8365E1}" destId="{70FB7C8F-5984-42DF-94BD-28306FD70381}" srcOrd="0" destOrd="0" presId="urn:microsoft.com/office/officeart/2008/layout/HorizontalMultiLevelHierarchy"/>
    <dgm:cxn modelId="{BE7834C0-3708-4B6B-A7FB-8D7F20EC9F43}" type="presOf" srcId="{7A4DB81D-20B4-4C4F-81C2-901731EBA332}" destId="{2E7C9942-C788-4FD4-AB41-B98866F19466}" srcOrd="0" destOrd="0" presId="urn:microsoft.com/office/officeart/2008/layout/HorizontalMultiLevelHierarchy"/>
    <dgm:cxn modelId="{E037F8C2-85E6-4E81-97EC-97D2CD3E6017}" type="presOf" srcId="{64B5E1FF-44A7-4E83-9544-4D994A30EB2C}" destId="{EC8DE83B-A973-4BA5-AA41-ABA8444E788A}" srcOrd="0" destOrd="0" presId="urn:microsoft.com/office/officeart/2008/layout/HorizontalMultiLevelHierarchy"/>
    <dgm:cxn modelId="{00103DC3-25E1-456B-A923-BC4E5C380B17}" type="presOf" srcId="{80D97337-EA9E-4257-9EFD-FCF4D7CA8413}" destId="{A84A7E22-DC59-4047-B3CB-6283BD576F91}" srcOrd="1" destOrd="0" presId="urn:microsoft.com/office/officeart/2008/layout/HorizontalMultiLevelHierarchy"/>
    <dgm:cxn modelId="{6ED4B3C4-12CE-4407-99A3-1E375B438469}" srcId="{9A2B63E8-A9C0-4560-8902-03576ED42982}" destId="{79304F78-096C-4CB8-B4FE-B3748C23A9C2}" srcOrd="1" destOrd="0" parTransId="{D931A491-3C1A-4A07-9088-2D16A628A552}" sibTransId="{91FF30AF-86A6-4F74-BAA1-0CAFC1163B51}"/>
    <dgm:cxn modelId="{EF7348C5-6400-4401-8848-114D152AE117}" type="presOf" srcId="{40949CD4-EA4D-48DF-99F5-B292456F4AF6}" destId="{665D8BD3-60AC-4E9F-AF20-D8338FC22D08}" srcOrd="0" destOrd="0" presId="urn:microsoft.com/office/officeart/2008/layout/HorizontalMultiLevelHierarchy"/>
    <dgm:cxn modelId="{F5504DC5-2623-4B54-9AF8-AB8F0ED00CF4}" type="presOf" srcId="{BFF3039B-D03A-42E2-9D15-8525EBD67523}" destId="{23264437-6BE6-48B3-8598-5DDF5A2B3E7D}" srcOrd="1" destOrd="0" presId="urn:microsoft.com/office/officeart/2008/layout/HorizontalMultiLevelHierarchy"/>
    <dgm:cxn modelId="{C4A952C5-837C-4264-AE2D-E93A5176C744}" srcId="{9A2B63E8-A9C0-4560-8902-03576ED42982}" destId="{E1278654-305C-4156-B93C-1E5B39B96625}" srcOrd="3" destOrd="0" parTransId="{CECECD02-42A7-4EEA-8662-BD16CF56A53C}" sibTransId="{854B043B-DC01-4563-A055-2A5FB1B7199A}"/>
    <dgm:cxn modelId="{02229CC6-D4C2-4C40-8E31-432BF3695871}" type="presOf" srcId="{5DF4E4F6-1AB8-4AFA-9941-494A5DCE2003}" destId="{72219676-59DB-49C2-B482-A09D79CE3BCB}" srcOrd="1" destOrd="0" presId="urn:microsoft.com/office/officeart/2008/layout/HorizontalMultiLevelHierarchy"/>
    <dgm:cxn modelId="{44D1FBC6-00C3-4DD8-993A-61C5194F6932}" type="presOf" srcId="{8B1CC938-302E-4C7C-9871-13AE564836E4}" destId="{60AFE002-BF0D-4199-AA75-E2152642DE9F}" srcOrd="1" destOrd="0" presId="urn:microsoft.com/office/officeart/2008/layout/HorizontalMultiLevelHierarchy"/>
    <dgm:cxn modelId="{2B0561C8-B6BA-4666-B9AC-E299C1C924B4}" type="presOf" srcId="{80D97337-EA9E-4257-9EFD-FCF4D7CA8413}" destId="{0D4B45F0-E46A-451F-91D0-3062EE5F33ED}" srcOrd="0" destOrd="0" presId="urn:microsoft.com/office/officeart/2008/layout/HorizontalMultiLevelHierarchy"/>
    <dgm:cxn modelId="{35D6F0C8-2A35-4989-8948-18B9BE3A51B0}" type="presOf" srcId="{9B74C0A1-C09F-4692-8C11-1AFAE4A20F1F}" destId="{7337E9F0-BEEB-40C1-82B0-6E31725701D9}" srcOrd="0" destOrd="0" presId="urn:microsoft.com/office/officeart/2008/layout/HorizontalMultiLevelHierarchy"/>
    <dgm:cxn modelId="{E44E4CC9-4192-43F8-B12B-89B24A4BAB32}" type="presOf" srcId="{957FE06B-E3E9-4F66-BACD-24A0E1CF01C0}" destId="{934FE85B-DD52-4EE1-B537-C56738AE6E52}" srcOrd="0" destOrd="0" presId="urn:microsoft.com/office/officeart/2008/layout/HorizontalMultiLevelHierarchy"/>
    <dgm:cxn modelId="{4C4507CA-6116-4FE5-A843-8344F55767AF}" type="presOf" srcId="{1E33F97E-B84E-44BA-924C-4A593B2CE75F}" destId="{A1DCCEDD-76DB-4AD4-9BC0-C4A77DBD8630}" srcOrd="0" destOrd="0" presId="urn:microsoft.com/office/officeart/2008/layout/HorizontalMultiLevelHierarchy"/>
    <dgm:cxn modelId="{BB7CCACB-5896-47DF-8986-65C71D01F931}" type="presOf" srcId="{7DEF8CD8-CF88-4B58-93A5-1E198CD95F90}" destId="{27A0DF80-3A8C-483F-AFF3-2FD8275DA7CB}" srcOrd="0" destOrd="0" presId="urn:microsoft.com/office/officeart/2008/layout/HorizontalMultiLevelHierarchy"/>
    <dgm:cxn modelId="{DE9078CC-2CBF-4DCC-958D-8BE15DF1527F}" type="presOf" srcId="{2A12DFAA-3039-4A2A-84D9-326FD1B8C1B3}" destId="{023396BD-7DE6-4BBF-B17A-2C3393016DD4}" srcOrd="0" destOrd="0" presId="urn:microsoft.com/office/officeart/2008/layout/HorizontalMultiLevelHierarchy"/>
    <dgm:cxn modelId="{C495D2CC-38A5-4A42-B143-AB0A308E0371}" type="presOf" srcId="{47070DBF-6EBD-4F09-8470-1E9D6F5C12AC}" destId="{DA4D1732-2D2D-4E16-BF94-87C0CDDFD79B}" srcOrd="0" destOrd="0" presId="urn:microsoft.com/office/officeart/2008/layout/HorizontalMultiLevelHierarchy"/>
    <dgm:cxn modelId="{BA6FBFCD-9297-4609-995B-E63150459482}" type="presOf" srcId="{3D312479-5DFA-43B0-A2B3-836B4DDDD96B}" destId="{76825784-8991-49DE-BA75-D6847E15EDE3}" srcOrd="0" destOrd="0" presId="urn:microsoft.com/office/officeart/2008/layout/HorizontalMultiLevelHierarchy"/>
    <dgm:cxn modelId="{6F2E2DCF-D87D-4D9C-925B-8FEB6C7C6354}" type="presOf" srcId="{06E17B4B-2A1B-4A1D-B793-6572492E4178}" destId="{3A0E7DC2-27EA-429D-B369-AE0A0C160C23}" srcOrd="1" destOrd="0" presId="urn:microsoft.com/office/officeart/2008/layout/HorizontalMultiLevelHierarchy"/>
    <dgm:cxn modelId="{9EF159D0-E8D4-4CF1-A96E-E90B4E1192A7}" type="presOf" srcId="{959A8725-37CC-46E3-97E8-C767C4CDF0C4}" destId="{C3D153D9-5927-40F0-9125-1103E0E84A8F}" srcOrd="1" destOrd="0" presId="urn:microsoft.com/office/officeart/2008/layout/HorizontalMultiLevelHierarchy"/>
    <dgm:cxn modelId="{BA4D7AD1-78ED-49BB-8F3A-6F69E05B8BB1}" type="presOf" srcId="{326B0AAE-68B0-49AC-98A5-9E3A56807E20}" destId="{1A58589C-30AD-4C9A-9277-F2EA72E83EE1}" srcOrd="0" destOrd="0" presId="urn:microsoft.com/office/officeart/2008/layout/HorizontalMultiLevelHierarchy"/>
    <dgm:cxn modelId="{FA3EAED1-B96B-4480-92B4-56B0BB700CB4}" srcId="{7C8DA967-1901-4C39-B6EC-2778C1A79732}" destId="{358C85D6-9A59-4557-8048-054C8E72DEFB}" srcOrd="2" destOrd="0" parTransId="{22DBB1E5-07DF-4101-B749-6664DD209C81}" sibTransId="{6D0E9BF2-DF0A-42F7-AF81-2B604C3AA70F}"/>
    <dgm:cxn modelId="{BA2B31D2-4866-4D39-8D85-1B0FC727C14C}" type="presOf" srcId="{700207FA-2A80-43A0-87AC-464963841924}" destId="{5BF16399-6DCE-4E8C-9676-75397A764B8F}" srcOrd="1" destOrd="0" presId="urn:microsoft.com/office/officeart/2008/layout/HorizontalMultiLevelHierarchy"/>
    <dgm:cxn modelId="{53B8DBD2-84C5-4294-96AF-C5587AB94210}" type="presOf" srcId="{CB21E319-8BBA-40FD-AF2C-DEDC5015D4F8}" destId="{E2BCC78E-2995-4878-A84D-7B65B132FD6C}" srcOrd="0" destOrd="0" presId="urn:microsoft.com/office/officeart/2008/layout/HorizontalMultiLevelHierarchy"/>
    <dgm:cxn modelId="{C2864BD3-742C-47A8-8FAF-57B46A882A7D}" srcId="{4426B836-D9FD-4689-9316-93204E3E93EB}" destId="{7C8DA967-1901-4C39-B6EC-2778C1A79732}" srcOrd="0" destOrd="0" parTransId="{C50490DC-6AFE-4AE3-8298-64C7E8938F08}" sibTransId="{FFB82532-5434-41F5-AA9F-25D9D3335749}"/>
    <dgm:cxn modelId="{9174BAD3-A545-43A9-9B3A-573B70512F11}" type="presOf" srcId="{2E29462C-8671-4C04-8667-E46FC4FD5A75}" destId="{F8BD10A0-D13F-4E5A-8086-59ED0A20798B}" srcOrd="0" destOrd="0" presId="urn:microsoft.com/office/officeart/2008/layout/HorizontalMultiLevelHierarchy"/>
    <dgm:cxn modelId="{6B7BEBD4-A8AE-4CEC-AECF-5C567B5F9B83}" type="presOf" srcId="{61306BF3-3DBC-4959-B395-414C83E70A72}" destId="{D36461B4-ABA1-4158-876E-00ED139FE358}" srcOrd="1" destOrd="0" presId="urn:microsoft.com/office/officeart/2008/layout/HorizontalMultiLevelHierarchy"/>
    <dgm:cxn modelId="{F74732D5-E4D6-46B9-9C18-CBE50847DAD1}" type="presOf" srcId="{45E57424-E579-442D-9389-F0C3BC9461C1}" destId="{0C8A50A9-B566-4C54-B8A7-65114A1E051A}" srcOrd="0" destOrd="0" presId="urn:microsoft.com/office/officeart/2008/layout/HorizontalMultiLevelHierarchy"/>
    <dgm:cxn modelId="{D13FFDD6-2810-4BE8-9DD0-897B92E8D186}" type="presOf" srcId="{C1DF0FE4-1EAE-4D95-8F66-3009AE1FB95B}" destId="{A81F0C68-78A1-466C-A8BC-5B5315EA8B50}" srcOrd="0" destOrd="0" presId="urn:microsoft.com/office/officeart/2008/layout/HorizontalMultiLevelHierarchy"/>
    <dgm:cxn modelId="{EF8A95D7-63DD-44AE-A1C7-534EBA9C28F4}" type="presOf" srcId="{5DF4E4F6-1AB8-4AFA-9941-494A5DCE2003}" destId="{89564B8A-CC91-473B-B085-5C8F74909A96}" srcOrd="0" destOrd="0" presId="urn:microsoft.com/office/officeart/2008/layout/HorizontalMultiLevelHierarchy"/>
    <dgm:cxn modelId="{5633E8D9-B0ED-4C33-818E-C6DD4BA6648E}" type="presOf" srcId="{79E29AA5-CBDA-409F-A078-DF8A9C9F7317}" destId="{4F0A6A23-690D-47D3-A9CF-FE0742B328CE}" srcOrd="0" destOrd="0" presId="urn:microsoft.com/office/officeart/2008/layout/HorizontalMultiLevelHierarchy"/>
    <dgm:cxn modelId="{64563BDB-1DDC-4F89-91D3-5E0AD78E71CD}" srcId="{9B74C0A1-C09F-4692-8C11-1AFAE4A20F1F}" destId="{97CCC29E-A4DD-4B18-BDE4-65690CB4D506}" srcOrd="3" destOrd="0" parTransId="{32510385-BAB1-42EA-96D3-091B3696C521}" sibTransId="{38ECA8DF-EEB1-477B-B362-7CC1C783E057}"/>
    <dgm:cxn modelId="{A34FB3DB-32B7-4933-858B-EFD49A5193E1}" type="presOf" srcId="{8FFC0A3E-7953-4C67-98E5-C8CB4B4279CA}" destId="{F28320B4-D2E4-4A03-9D99-054F6390BB66}" srcOrd="0" destOrd="0" presId="urn:microsoft.com/office/officeart/2008/layout/HorizontalMultiLevelHierarchy"/>
    <dgm:cxn modelId="{60B1D9DB-D8D3-43F7-92DF-18915D6C3045}" type="presOf" srcId="{4E9625DE-A672-4EDB-B4D6-60D96B676580}" destId="{0CC933B8-7A8B-446E-8AA1-D167F5D92B00}" srcOrd="0" destOrd="0" presId="urn:microsoft.com/office/officeart/2008/layout/HorizontalMultiLevelHierarchy"/>
    <dgm:cxn modelId="{C65638DC-86C8-43F0-B817-BC11C1E3FC52}" type="presOf" srcId="{CECECD02-42A7-4EEA-8662-BD16CF56A53C}" destId="{89BE8301-8AEB-4CA3-9167-CA5E461F7CB6}" srcOrd="1" destOrd="0" presId="urn:microsoft.com/office/officeart/2008/layout/HorizontalMultiLevelHierarchy"/>
    <dgm:cxn modelId="{EAD393DC-3BE7-450A-9215-9FA8F3B2DDEB}" type="presOf" srcId="{E350051D-FFF6-43B8-8BC6-8DB7680C5F91}" destId="{2CC44387-2BB9-4FFA-A290-6A4A5EDF32A4}" srcOrd="1" destOrd="0" presId="urn:microsoft.com/office/officeart/2008/layout/HorizontalMultiLevelHierarchy"/>
    <dgm:cxn modelId="{1E89AEDC-8C2F-41ED-B999-1842EFA7543D}" type="presOf" srcId="{F956A11E-2C72-4FC5-BF96-C2FD3B7CF89E}" destId="{F04DE97B-2416-4FAB-88B6-E39C01933B64}" srcOrd="0" destOrd="0" presId="urn:microsoft.com/office/officeart/2008/layout/HorizontalMultiLevelHierarchy"/>
    <dgm:cxn modelId="{69B9F9DC-E9A2-450A-9C2A-68F943B75602}" type="presOf" srcId="{54151576-4090-4615-9A52-89EB298A9D7B}" destId="{01069ED2-9041-49DC-95B9-52DB2486E4E9}" srcOrd="0" destOrd="0" presId="urn:microsoft.com/office/officeart/2008/layout/HorizontalMultiLevelHierarchy"/>
    <dgm:cxn modelId="{487D57DE-D45F-40C3-9052-57F775DA58DC}" type="presOf" srcId="{24820A43-E305-4E2E-8DA5-E81331D306C7}" destId="{848093C5-C130-4453-BA26-2FFFDA4053D4}" srcOrd="0" destOrd="0" presId="urn:microsoft.com/office/officeart/2008/layout/HorizontalMultiLevelHierarchy"/>
    <dgm:cxn modelId="{6B78CBDF-E914-47DF-9824-E67832C467A5}" type="presOf" srcId="{DB05212C-FE07-4C2F-A053-4B148E139DE1}" destId="{309DDF3F-C879-483A-9872-18B514664C0F}" srcOrd="0" destOrd="0" presId="urn:microsoft.com/office/officeart/2008/layout/HorizontalMultiLevelHierarchy"/>
    <dgm:cxn modelId="{3B007CE2-C37D-4F2D-827E-4125493D4A74}" type="presOf" srcId="{CB21E319-8BBA-40FD-AF2C-DEDC5015D4F8}" destId="{5AEA1166-CBE3-43C0-814B-37FA621DC5C3}" srcOrd="1" destOrd="0" presId="urn:microsoft.com/office/officeart/2008/layout/HorizontalMultiLevelHierarchy"/>
    <dgm:cxn modelId="{54D608E3-BAF3-4591-A3E4-9CA2E25E53C5}" type="presOf" srcId="{3D0096C5-B64F-47F5-9A70-96769A5BB22E}" destId="{6C189BA4-6D9F-44C8-8732-84A94B692C3D}" srcOrd="0" destOrd="0" presId="urn:microsoft.com/office/officeart/2008/layout/HorizontalMultiLevelHierarchy"/>
    <dgm:cxn modelId="{D35E2EE3-589B-45E3-B709-56B979B50187}" type="presOf" srcId="{3D0096C5-B64F-47F5-9A70-96769A5BB22E}" destId="{0E37D078-589E-492C-993C-243D89576BB4}" srcOrd="1" destOrd="0" presId="urn:microsoft.com/office/officeart/2008/layout/HorizontalMultiLevelHierarchy"/>
    <dgm:cxn modelId="{05C990E3-F0DC-4BB3-A3B8-3AF813F1FCAD}" type="presOf" srcId="{25D4773D-76BA-4491-90C0-5A43A06B69DD}" destId="{401387C7-0241-481B-A0C7-6A6AD32735F0}" srcOrd="1" destOrd="0" presId="urn:microsoft.com/office/officeart/2008/layout/HorizontalMultiLevelHierarchy"/>
    <dgm:cxn modelId="{35FC3EE5-009E-48D1-A296-3A53514EA00C}" type="presOf" srcId="{066D0DFC-2EE3-49E7-8007-E688F4751E82}" destId="{20E3AB61-37F2-4994-B7FB-52CA0860B54D}" srcOrd="1" destOrd="0" presId="urn:microsoft.com/office/officeart/2008/layout/HorizontalMultiLevelHierarchy"/>
    <dgm:cxn modelId="{683131E6-780B-4FB5-8514-1C9BDF0269B2}" type="presOf" srcId="{22DBB1E5-07DF-4101-B749-6664DD209C81}" destId="{5577E67A-8903-48AC-A0EF-667B3F9AFBFC}" srcOrd="1" destOrd="0" presId="urn:microsoft.com/office/officeart/2008/layout/HorizontalMultiLevelHierarchy"/>
    <dgm:cxn modelId="{1943C3E8-BBFD-461B-BA26-BF617B8FF6FA}" type="presOf" srcId="{5B1C4B99-20AE-4228-8ADE-74E164DFC684}" destId="{C06A69F9-01A1-4BE7-9605-214F0A7006DD}" srcOrd="0" destOrd="0" presId="urn:microsoft.com/office/officeart/2008/layout/HorizontalMultiLevelHierarchy"/>
    <dgm:cxn modelId="{B98DDFE8-4343-44DB-B704-F4F58CB54DEF}" type="presOf" srcId="{1A421E7D-3058-4B60-A2D9-130394A1F5A5}" destId="{AD38B8DF-E11F-4729-BB60-4D511CB45D00}" srcOrd="1" destOrd="0" presId="urn:microsoft.com/office/officeart/2008/layout/HorizontalMultiLevelHierarchy"/>
    <dgm:cxn modelId="{B1EC76EA-C624-4D69-A54C-C592F339FC36}" type="presOf" srcId="{70580813-81A9-467A-BAD0-C93A70D08556}" destId="{DD1DE8C1-0986-4827-B2FE-C5CA96839F1B}" srcOrd="0" destOrd="0" presId="urn:microsoft.com/office/officeart/2008/layout/HorizontalMultiLevelHierarchy"/>
    <dgm:cxn modelId="{4A92E8EB-2603-44D2-95BA-1877D414CACF}" type="presOf" srcId="{9A735A5C-C05D-41A4-AF20-AD6489F6CC7D}" destId="{E00AFBE4-4094-4025-BD93-6C0A8AB757FF}" srcOrd="0" destOrd="0" presId="urn:microsoft.com/office/officeart/2008/layout/HorizontalMultiLevelHierarchy"/>
    <dgm:cxn modelId="{107A16EC-5014-4D1D-AA8D-6A304FDAA248}" type="presOf" srcId="{EA1A92F4-C410-466F-B51B-DACF47109592}" destId="{6661A560-440E-4D8B-8886-86E25A89447D}" srcOrd="0" destOrd="0" presId="urn:microsoft.com/office/officeart/2008/layout/HorizontalMultiLevelHierarchy"/>
    <dgm:cxn modelId="{1CD595EC-4854-43AB-AFA9-564E2C422C23}" type="presOf" srcId="{2FF5A82E-5E73-41B3-9BA6-12EEAA97622A}" destId="{1F4E9B64-730D-49C9-9D73-96E610EF7E34}" srcOrd="0" destOrd="0" presId="urn:microsoft.com/office/officeart/2008/layout/HorizontalMultiLevelHierarchy"/>
    <dgm:cxn modelId="{085597EC-634C-4517-8A9A-E8F48659D4D4}" type="presOf" srcId="{A5555093-807E-46A4-AA3C-02C46FC29981}" destId="{E4B5820A-28F0-49DA-BA6F-F163F8330D3C}" srcOrd="0" destOrd="0" presId="urn:microsoft.com/office/officeart/2008/layout/HorizontalMultiLevelHierarchy"/>
    <dgm:cxn modelId="{FCB902ED-B4EC-4D93-A624-226F136EEC49}" type="presOf" srcId="{1F31ABF9-4552-4202-993F-9FBCAA693688}" destId="{1DE6C68D-CC31-469F-AE7D-4DDA351509A3}" srcOrd="1" destOrd="0" presId="urn:microsoft.com/office/officeart/2008/layout/HorizontalMultiLevelHierarchy"/>
    <dgm:cxn modelId="{BAEE1FED-5BDD-4916-A66A-720D5B330876}" type="presOf" srcId="{8ADA631B-8DA2-4B72-9D7A-A31F4EF225BF}" destId="{290A8424-4D0A-4E43-8169-AE8DD1231D41}" srcOrd="0" destOrd="0" presId="urn:microsoft.com/office/officeart/2008/layout/HorizontalMultiLevelHierarchy"/>
    <dgm:cxn modelId="{1BF97DED-9C19-4E7D-813A-ECFADC1A7B4A}" type="presOf" srcId="{64B5E1FF-44A7-4E83-9544-4D994A30EB2C}" destId="{12C8B16C-CA95-4CBB-9910-DDD1773C31C5}" srcOrd="1" destOrd="0" presId="urn:microsoft.com/office/officeart/2008/layout/HorizontalMultiLevelHierarchy"/>
    <dgm:cxn modelId="{BDE6F6ED-FD1E-44AD-B347-9097AD936FE4}" type="presOf" srcId="{D931A491-3C1A-4A07-9088-2D16A628A552}" destId="{B0CA92BF-2C94-4AA2-8300-0989342CD087}" srcOrd="1" destOrd="0" presId="urn:microsoft.com/office/officeart/2008/layout/HorizontalMultiLevelHierarchy"/>
    <dgm:cxn modelId="{512E70EE-9196-4D11-AE08-F71E3C1AE5A5}" srcId="{6A0D10D7-9C98-4FF2-BABA-9592E49EA02D}" destId="{F6226DE2-E7FD-42AC-BDB6-D80264E76D6C}" srcOrd="0" destOrd="0" parTransId="{745456DA-D4BC-47E3-AC00-3F506054B82B}" sibTransId="{73CDF641-E3E6-46FC-9F8C-351CF95A04D2}"/>
    <dgm:cxn modelId="{CBFCD9EE-2794-49C5-BD00-5CF0191431E4}" type="presOf" srcId="{B4B3B9EA-3E59-4765-B038-5E3035B9F5F9}" destId="{C3BEBF3D-D6CB-48D3-9BD0-91426A110378}" srcOrd="0" destOrd="0" presId="urn:microsoft.com/office/officeart/2008/layout/HorizontalMultiLevelHierarchy"/>
    <dgm:cxn modelId="{FE1795EF-E929-49C9-AEB0-73352CC0B001}" srcId="{0C3F9659-34B7-4D99-9D98-BE6BAD6FE90B}" destId="{C7C566B0-D630-4B9C-BECB-41C7C415616D}" srcOrd="1" destOrd="0" parTransId="{5C00F6A0-6869-46F7-AD6E-281440E27690}" sibTransId="{A05EFCC2-787F-41EA-979E-D9BF27B07DF3}"/>
    <dgm:cxn modelId="{65E13CF0-8A12-4965-AC68-AE2A6615D86F}" type="presOf" srcId="{BE29B2C4-BA28-4F0B-9207-427084786516}" destId="{652B4048-658E-402D-82D4-3D7EC8D7B9E2}" srcOrd="0" destOrd="0" presId="urn:microsoft.com/office/officeart/2008/layout/HorizontalMultiLevelHierarchy"/>
    <dgm:cxn modelId="{175163F0-90C9-4CE8-9F9D-FC90D62D798C}" type="presOf" srcId="{2281C00A-F88B-408B-87AF-37A955AD7227}" destId="{7DCF4968-0F01-4CAB-8AA2-773834D4F19E}" srcOrd="0" destOrd="0" presId="urn:microsoft.com/office/officeart/2008/layout/HorizontalMultiLevelHierarchy"/>
    <dgm:cxn modelId="{EF0703F1-3D60-4822-92D6-52E7C2E9CA93}" type="presOf" srcId="{9AAB6674-3B29-4E57-B43C-003F5C2CA5C2}" destId="{E93A17AD-4509-4309-8C21-6313C50C71B7}" srcOrd="0" destOrd="0" presId="urn:microsoft.com/office/officeart/2008/layout/HorizontalMultiLevelHierarchy"/>
    <dgm:cxn modelId="{82A7C4F1-D33F-4F36-AEB5-262AE03151F5}" type="presOf" srcId="{3C86A165-3987-4D05-AFE4-62EC6F3C17A3}" destId="{C9E5375E-AA5E-4078-89CC-C1C7A216E530}" srcOrd="1" destOrd="0" presId="urn:microsoft.com/office/officeart/2008/layout/HorizontalMultiLevelHierarchy"/>
    <dgm:cxn modelId="{93C1DAF2-A51F-43EB-9C60-F5177E5DE7EA}" srcId="{EE038495-1708-4A53-AC82-AD38CAE1055F}" destId="{C1DF0FE4-1EAE-4D95-8F66-3009AE1FB95B}" srcOrd="0" destOrd="0" parTransId="{98BF40A8-8A3A-4C9A-B1D0-D9555708AEF1}" sibTransId="{6CB51A36-9A4E-4826-BEC4-3F0C79A37146}"/>
    <dgm:cxn modelId="{2EE4EFF3-9E76-45A9-BBB1-38C730C3F05E}" type="presOf" srcId="{8FED7DF5-4F8C-4436-AB42-9D5B8B5FBBFC}" destId="{86F9B1E3-1B28-4057-B9CD-05FAA6390F25}" srcOrd="1" destOrd="0" presId="urn:microsoft.com/office/officeart/2008/layout/HorizontalMultiLevelHierarchy"/>
    <dgm:cxn modelId="{8DAE0FF4-75B5-47E6-8FCD-88BF277FB113}" srcId="{F6226DE2-E7FD-42AC-BDB6-D80264E76D6C}" destId="{182775C5-0469-4B0A-BBE7-8E66F7D356E6}" srcOrd="0" destOrd="0" parTransId="{94A9119C-AE0A-4C47-A752-EBA9D6AE38E9}" sibTransId="{04DA01C6-AF1D-49D8-AE32-6C0C79DF0A13}"/>
    <dgm:cxn modelId="{9B785BF4-1C12-4174-AF88-2CA7B7B9B614}" type="presOf" srcId="{41288682-29AD-4943-B18A-C4FD955836C5}" destId="{95D61280-7C7D-437F-B3A8-B9462054ADBE}" srcOrd="0" destOrd="0" presId="urn:microsoft.com/office/officeart/2008/layout/HorizontalMultiLevelHierarchy"/>
    <dgm:cxn modelId="{B77828F5-CFBC-40CE-8B79-CE9BB811595B}" type="presOf" srcId="{7A14EEE8-D6CF-4340-A466-E5EEB9C99376}" destId="{0499A96E-697E-453E-A659-AF40E23BCE16}" srcOrd="1" destOrd="0" presId="urn:microsoft.com/office/officeart/2008/layout/HorizontalMultiLevelHierarchy"/>
    <dgm:cxn modelId="{76635AF6-47BC-40AD-9107-E2EB541D5DEB}" type="presOf" srcId="{C50490DC-6AFE-4AE3-8298-64C7E8938F08}" destId="{09FF3B31-D2D6-4B2A-A71F-5FE336B1CB60}" srcOrd="1" destOrd="0" presId="urn:microsoft.com/office/officeart/2008/layout/HorizontalMultiLevelHierarchy"/>
    <dgm:cxn modelId="{627A26F7-9F96-4698-BEF5-AA2170135108}" type="presOf" srcId="{E419E5A7-4BA7-44E9-83DC-8D2864CB33AF}" destId="{D64CDDF2-C3FC-4155-8A6F-4BDA6E8FFA0C}" srcOrd="1" destOrd="0" presId="urn:microsoft.com/office/officeart/2008/layout/HorizontalMultiLevelHierarchy"/>
    <dgm:cxn modelId="{6258F3F7-CE0F-4ABA-B6B4-41F4874B1A0C}" srcId="{6A0D10D7-9C98-4FF2-BABA-9592E49EA02D}" destId="{D1F8063F-DDE3-458A-889B-0803840508BE}" srcOrd="2" destOrd="0" parTransId="{FD4F9BA1-7B79-48F1-AE75-0D31434831CD}" sibTransId="{03C25458-09A8-4180-A148-FAC79B1718BE}"/>
    <dgm:cxn modelId="{C2CC16F9-6905-428C-9B62-FE38AA5DEFA7}" type="presOf" srcId="{DE5942D3-8CC1-4763-84AD-B59AC3973DA3}" destId="{E4530DB6-6999-4B6E-9F8A-D63E438A4ED9}" srcOrd="0" destOrd="0" presId="urn:microsoft.com/office/officeart/2008/layout/HorizontalMultiLevelHierarchy"/>
    <dgm:cxn modelId="{5E0171FA-7FC1-4491-A645-BF3F1C911989}" type="presOf" srcId="{70580813-81A9-467A-BAD0-C93A70D08556}" destId="{D4F3C2A9-82E6-4C0C-9E98-0BA7AF09F5D0}" srcOrd="1" destOrd="0" presId="urn:microsoft.com/office/officeart/2008/layout/HorizontalMultiLevelHierarchy"/>
    <dgm:cxn modelId="{9FA43EFC-9AF5-4A8E-9AA1-2831CF6FBA8A}" type="presOf" srcId="{0B31B3DA-7BC9-4260-835D-3EEFA465AA21}" destId="{4FC2F9B5-E869-4C01-A410-F9B5BFFB6A0A}" srcOrd="1" destOrd="0" presId="urn:microsoft.com/office/officeart/2008/layout/HorizontalMultiLevelHierarchy"/>
    <dgm:cxn modelId="{4AC078FC-0AD4-4D3E-80AF-7501BBC7C2AD}" type="presOf" srcId="{22DBB1E5-07DF-4101-B749-6664DD209C81}" destId="{E1FC72BA-1622-4B18-8510-F377CE2784EC}" srcOrd="0" destOrd="0" presId="urn:microsoft.com/office/officeart/2008/layout/HorizontalMultiLevelHierarchy"/>
    <dgm:cxn modelId="{3F0B11FD-FE4B-41F1-9CFA-BEAB54B826C9}" srcId="{BB5A329B-9C11-40CC-BF90-3FEF666B0FEE}" destId="{01BE9AD0-4231-4C8F-91FD-4ACDDD11A759}" srcOrd="2" destOrd="0" parTransId="{E0562D4F-097F-4039-BC1E-FBF095719CD9}" sibTransId="{FB40EA8D-3DA1-4C24-A11C-D87D33EB8A71}"/>
    <dgm:cxn modelId="{9F2A4EFD-B2EA-43C0-8003-889D37F00115}" type="presOf" srcId="{E350051D-FFF6-43B8-8BC6-8DB7680C5F91}" destId="{B9B14903-7F5A-430B-971C-EDDDF92871C3}" srcOrd="0" destOrd="0" presId="urn:microsoft.com/office/officeart/2008/layout/HorizontalMultiLevelHierarchy"/>
    <dgm:cxn modelId="{2AD1E36C-39D7-4383-B64F-C95455B18018}" type="presParOf" srcId="{C3BEBF3D-D6CB-48D3-9BD0-91426A110378}" destId="{F4EEBA68-E3F5-43EE-987E-066C063D398E}" srcOrd="0" destOrd="0" presId="urn:microsoft.com/office/officeart/2008/layout/HorizontalMultiLevelHierarchy"/>
    <dgm:cxn modelId="{4FDCAEFD-7ACC-49F9-8211-192956A3DCC7}" type="presParOf" srcId="{F4EEBA68-E3F5-43EE-987E-066C063D398E}" destId="{27A0DF80-3A8C-483F-AFF3-2FD8275DA7CB}" srcOrd="0" destOrd="0" presId="urn:microsoft.com/office/officeart/2008/layout/HorizontalMultiLevelHierarchy"/>
    <dgm:cxn modelId="{AC263B7D-4B1B-4762-BB7B-79BCCBF68B2D}" type="presParOf" srcId="{F4EEBA68-E3F5-43EE-987E-066C063D398E}" destId="{86B950EB-34B2-466F-9073-8A9093FE3852}" srcOrd="1" destOrd="0" presId="urn:microsoft.com/office/officeart/2008/layout/HorizontalMultiLevelHierarchy"/>
    <dgm:cxn modelId="{6432249F-E2E3-4B9A-9582-4350C9C6C9E9}" type="presParOf" srcId="{86B950EB-34B2-466F-9073-8A9093FE3852}" destId="{058F1309-1349-4068-AE5F-C291EEEA860C}" srcOrd="0" destOrd="0" presId="urn:microsoft.com/office/officeart/2008/layout/HorizontalMultiLevelHierarchy"/>
    <dgm:cxn modelId="{76ABBFA8-3F7B-45C4-819A-790AEEC30F27}" type="presParOf" srcId="{058F1309-1349-4068-AE5F-C291EEEA860C}" destId="{20E3AB61-37F2-4994-B7FB-52CA0860B54D}" srcOrd="0" destOrd="0" presId="urn:microsoft.com/office/officeart/2008/layout/HorizontalMultiLevelHierarchy"/>
    <dgm:cxn modelId="{E9A6540F-2119-4167-9048-B5E629A9866F}" type="presParOf" srcId="{86B950EB-34B2-466F-9073-8A9093FE3852}" destId="{DD580B67-3F73-4CAE-B1EC-6EACFB78814E}" srcOrd="1" destOrd="0" presId="urn:microsoft.com/office/officeart/2008/layout/HorizontalMultiLevelHierarchy"/>
    <dgm:cxn modelId="{829C12B5-069C-4B15-A00C-2BC596B798FA}" type="presParOf" srcId="{DD580B67-3F73-4CAE-B1EC-6EACFB78814E}" destId="{8D00497E-ECEA-4B20-B13B-F6CB3B8943D7}" srcOrd="0" destOrd="0" presId="urn:microsoft.com/office/officeart/2008/layout/HorizontalMultiLevelHierarchy"/>
    <dgm:cxn modelId="{B02AC7ED-F67D-41CE-BC4E-B747E2D40855}" type="presParOf" srcId="{DD580B67-3F73-4CAE-B1EC-6EACFB78814E}" destId="{C0967026-C4BE-496B-A9EA-34BBAE1DE0C7}" srcOrd="1" destOrd="0" presId="urn:microsoft.com/office/officeart/2008/layout/HorizontalMultiLevelHierarchy"/>
    <dgm:cxn modelId="{B9DE59C4-B6C4-4BAB-9C0C-04A4CA65D300}" type="presParOf" srcId="{C0967026-C4BE-496B-A9EA-34BBAE1DE0C7}" destId="{C1F80346-4B8F-455B-A2C9-821C8F377503}" srcOrd="0" destOrd="0" presId="urn:microsoft.com/office/officeart/2008/layout/HorizontalMultiLevelHierarchy"/>
    <dgm:cxn modelId="{BEBA839E-0383-47BD-ABF2-ADBBFE92A24E}" type="presParOf" srcId="{C1F80346-4B8F-455B-A2C9-821C8F377503}" destId="{95EC88E8-6507-44C8-A9A2-4381325A1990}" srcOrd="0" destOrd="0" presId="urn:microsoft.com/office/officeart/2008/layout/HorizontalMultiLevelHierarchy"/>
    <dgm:cxn modelId="{6F42C683-EA7F-4579-8829-D6D0B1EEB654}" type="presParOf" srcId="{C0967026-C4BE-496B-A9EA-34BBAE1DE0C7}" destId="{E9FEB3CA-A36C-4A97-BAAF-FE7F791978DB}" srcOrd="1" destOrd="0" presId="urn:microsoft.com/office/officeart/2008/layout/HorizontalMultiLevelHierarchy"/>
    <dgm:cxn modelId="{28B9DE9E-A0D2-4F0C-BFED-3145E4FCFBCB}" type="presParOf" srcId="{E9FEB3CA-A36C-4A97-BAAF-FE7F791978DB}" destId="{2AABE19E-6D67-407C-9C77-7CBD6596E610}" srcOrd="0" destOrd="0" presId="urn:microsoft.com/office/officeart/2008/layout/HorizontalMultiLevelHierarchy"/>
    <dgm:cxn modelId="{71D90549-F2EC-4606-A88D-07B365C898D3}" type="presParOf" srcId="{E9FEB3CA-A36C-4A97-BAAF-FE7F791978DB}" destId="{B6265347-A174-4340-AA4D-4A16082C0E75}" srcOrd="1" destOrd="0" presId="urn:microsoft.com/office/officeart/2008/layout/HorizontalMultiLevelHierarchy"/>
    <dgm:cxn modelId="{EB8C8898-6BC2-4F38-8EBC-F747A58085F5}" type="presParOf" srcId="{B6265347-A174-4340-AA4D-4A16082C0E75}" destId="{F8BD10A0-D13F-4E5A-8086-59ED0A20798B}" srcOrd="0" destOrd="0" presId="urn:microsoft.com/office/officeart/2008/layout/HorizontalMultiLevelHierarchy"/>
    <dgm:cxn modelId="{00D13288-2BAA-459E-A3FB-FD854F8C5566}" type="presParOf" srcId="{F8BD10A0-D13F-4E5A-8086-59ED0A20798B}" destId="{56D1214E-A56C-4494-B82B-BDFB39A2142A}" srcOrd="0" destOrd="0" presId="urn:microsoft.com/office/officeart/2008/layout/HorizontalMultiLevelHierarchy"/>
    <dgm:cxn modelId="{D817E477-BC8A-4373-A2A6-44C2B9ED67C4}" type="presParOf" srcId="{B6265347-A174-4340-AA4D-4A16082C0E75}" destId="{606F206B-36DD-46B2-8AEB-668180A9F571}" srcOrd="1" destOrd="0" presId="urn:microsoft.com/office/officeart/2008/layout/HorizontalMultiLevelHierarchy"/>
    <dgm:cxn modelId="{805C636D-7FA0-4651-8E9C-F79366D9324A}" type="presParOf" srcId="{606F206B-36DD-46B2-8AEB-668180A9F571}" destId="{2B592AA7-78DB-44C1-91E5-BE386E575EAD}" srcOrd="0" destOrd="0" presId="urn:microsoft.com/office/officeart/2008/layout/HorizontalMultiLevelHierarchy"/>
    <dgm:cxn modelId="{3F46DC49-8701-45FA-A80A-E5DE2612EBC4}" type="presParOf" srcId="{606F206B-36DD-46B2-8AEB-668180A9F571}" destId="{F04B4B98-3D0B-447E-A02E-CE3202E601F7}" srcOrd="1" destOrd="0" presId="urn:microsoft.com/office/officeart/2008/layout/HorizontalMultiLevelHierarchy"/>
    <dgm:cxn modelId="{7105B56F-2EDB-4FC5-AC9A-67A6DA9F0D35}" type="presParOf" srcId="{B6265347-A174-4340-AA4D-4A16082C0E75}" destId="{FDDF99B7-B4BE-4084-B4C5-FAEBD091F27A}" srcOrd="2" destOrd="0" presId="urn:microsoft.com/office/officeart/2008/layout/HorizontalMultiLevelHierarchy"/>
    <dgm:cxn modelId="{46403FBE-4BE4-4C02-8BBB-F94F6D17FA09}" type="presParOf" srcId="{FDDF99B7-B4BE-4084-B4C5-FAEBD091F27A}" destId="{0D66B42E-2982-49AE-9926-7B8D6EB60BCD}" srcOrd="0" destOrd="0" presId="urn:microsoft.com/office/officeart/2008/layout/HorizontalMultiLevelHierarchy"/>
    <dgm:cxn modelId="{D060130A-4501-47FB-9991-B7F2DE85657B}" type="presParOf" srcId="{B6265347-A174-4340-AA4D-4A16082C0E75}" destId="{3B442A09-3089-4E32-B19D-D5CF754BDB4B}" srcOrd="3" destOrd="0" presId="urn:microsoft.com/office/officeart/2008/layout/HorizontalMultiLevelHierarchy"/>
    <dgm:cxn modelId="{C45D9209-332B-4480-A2B0-6A099734F22C}" type="presParOf" srcId="{3B442A09-3089-4E32-B19D-D5CF754BDB4B}" destId="{9CD1CC9F-49C6-4E20-AB74-00709858207E}" srcOrd="0" destOrd="0" presId="urn:microsoft.com/office/officeart/2008/layout/HorizontalMultiLevelHierarchy"/>
    <dgm:cxn modelId="{FEC65959-6CFC-4583-80FD-82D6EF92F106}" type="presParOf" srcId="{3B442A09-3089-4E32-B19D-D5CF754BDB4B}" destId="{07169CAD-FFFF-4D9F-9A40-0FE48DD36293}" srcOrd="1" destOrd="0" presId="urn:microsoft.com/office/officeart/2008/layout/HorizontalMultiLevelHierarchy"/>
    <dgm:cxn modelId="{7EF34320-B797-4E45-8720-23DCB68A9FD7}" type="presParOf" srcId="{07169CAD-FFFF-4D9F-9A40-0FE48DD36293}" destId="{B98E4B14-2FDC-4876-872D-961BED8E0A83}" srcOrd="0" destOrd="0" presId="urn:microsoft.com/office/officeart/2008/layout/HorizontalMultiLevelHierarchy"/>
    <dgm:cxn modelId="{84951883-3C86-4637-88D2-3081852C12D5}" type="presParOf" srcId="{B98E4B14-2FDC-4876-872D-961BED8E0A83}" destId="{AD38B8DF-E11F-4729-BB60-4D511CB45D00}" srcOrd="0" destOrd="0" presId="urn:microsoft.com/office/officeart/2008/layout/HorizontalMultiLevelHierarchy"/>
    <dgm:cxn modelId="{81018392-855C-48E2-893B-BAFD049A494D}" type="presParOf" srcId="{07169CAD-FFFF-4D9F-9A40-0FE48DD36293}" destId="{2098A66F-37E3-4890-AC4E-55F2271B8D22}" srcOrd="1" destOrd="0" presId="urn:microsoft.com/office/officeart/2008/layout/HorizontalMultiLevelHierarchy"/>
    <dgm:cxn modelId="{7746D1ED-2317-447B-9CA5-E9D37C100A54}" type="presParOf" srcId="{2098A66F-37E3-4890-AC4E-55F2271B8D22}" destId="{D938FC41-DC00-4471-A7ED-28BB94364F41}" srcOrd="0" destOrd="0" presId="urn:microsoft.com/office/officeart/2008/layout/HorizontalMultiLevelHierarchy"/>
    <dgm:cxn modelId="{58E28C9B-9DCE-441E-82B3-3F9102E8B40B}" type="presParOf" srcId="{2098A66F-37E3-4890-AC4E-55F2271B8D22}" destId="{D3268F8E-7EC7-431C-94FB-63C1597178F4}" srcOrd="1" destOrd="0" presId="urn:microsoft.com/office/officeart/2008/layout/HorizontalMultiLevelHierarchy"/>
    <dgm:cxn modelId="{78614036-D3FE-4B4B-89D1-A44E9CD29CFD}" type="presParOf" srcId="{07169CAD-FFFF-4D9F-9A40-0FE48DD36293}" destId="{CF57D08B-27B8-47A0-AFB8-61D9449AD07A}" srcOrd="2" destOrd="0" presId="urn:microsoft.com/office/officeart/2008/layout/HorizontalMultiLevelHierarchy"/>
    <dgm:cxn modelId="{314E5CD6-FF40-40DD-9DFC-A49B7181033E}" type="presParOf" srcId="{CF57D08B-27B8-47A0-AFB8-61D9449AD07A}" destId="{401387C7-0241-481B-A0C7-6A6AD32735F0}" srcOrd="0" destOrd="0" presId="urn:microsoft.com/office/officeart/2008/layout/HorizontalMultiLevelHierarchy"/>
    <dgm:cxn modelId="{812BF165-D3E2-42F2-9A2D-1460D3A26BFC}" type="presParOf" srcId="{07169CAD-FFFF-4D9F-9A40-0FE48DD36293}" destId="{94065162-8C28-4D84-B72D-FA9F6005B209}" srcOrd="3" destOrd="0" presId="urn:microsoft.com/office/officeart/2008/layout/HorizontalMultiLevelHierarchy"/>
    <dgm:cxn modelId="{63CDF835-1144-4AFB-8916-B7782982FC79}" type="presParOf" srcId="{94065162-8C28-4D84-B72D-FA9F6005B209}" destId="{3773053F-AECD-4462-81D5-1EB13209A4DA}" srcOrd="0" destOrd="0" presId="urn:microsoft.com/office/officeart/2008/layout/HorizontalMultiLevelHierarchy"/>
    <dgm:cxn modelId="{9860129D-FAC2-4748-8F73-08858268E8F0}" type="presParOf" srcId="{94065162-8C28-4D84-B72D-FA9F6005B209}" destId="{EE643051-6B87-48AB-B045-23675C213BC2}" srcOrd="1" destOrd="0" presId="urn:microsoft.com/office/officeart/2008/layout/HorizontalMultiLevelHierarchy"/>
    <dgm:cxn modelId="{BBC9D250-0720-48A0-A60F-A7292CD54633}" type="presParOf" srcId="{07169CAD-FFFF-4D9F-9A40-0FE48DD36293}" destId="{D5322D1E-30FF-493A-99C3-037DE2E31972}" srcOrd="4" destOrd="0" presId="urn:microsoft.com/office/officeart/2008/layout/HorizontalMultiLevelHierarchy"/>
    <dgm:cxn modelId="{78B71ED4-CC82-44C3-B378-C8BBBB6489DC}" type="presParOf" srcId="{D5322D1E-30FF-493A-99C3-037DE2E31972}" destId="{44F8920C-C472-4AF5-ACD9-B689A05EB92B}" srcOrd="0" destOrd="0" presId="urn:microsoft.com/office/officeart/2008/layout/HorizontalMultiLevelHierarchy"/>
    <dgm:cxn modelId="{50CF827F-CBE0-4186-952F-B22411BE814E}" type="presParOf" srcId="{07169CAD-FFFF-4D9F-9A40-0FE48DD36293}" destId="{B1BB1737-966F-4E58-8186-F4320D147C78}" srcOrd="5" destOrd="0" presId="urn:microsoft.com/office/officeart/2008/layout/HorizontalMultiLevelHierarchy"/>
    <dgm:cxn modelId="{97EB24CD-A4B9-4F98-A1A8-6DDD083B0339}" type="presParOf" srcId="{B1BB1737-966F-4E58-8186-F4320D147C78}" destId="{6177205F-A24C-4002-8907-83F933726424}" srcOrd="0" destOrd="0" presId="urn:microsoft.com/office/officeart/2008/layout/HorizontalMultiLevelHierarchy"/>
    <dgm:cxn modelId="{57563BFD-B0BF-497E-9086-EEDD7C5460A7}" type="presParOf" srcId="{B1BB1737-966F-4E58-8186-F4320D147C78}" destId="{E0E977DE-C99C-4B94-8694-94E82931BA57}" srcOrd="1" destOrd="0" presId="urn:microsoft.com/office/officeart/2008/layout/HorizontalMultiLevelHierarchy"/>
    <dgm:cxn modelId="{96D2F6E2-F6E1-4C38-B510-63041B0F29D6}" type="presParOf" srcId="{C0967026-C4BE-496B-A9EA-34BBAE1DE0C7}" destId="{652B4048-658E-402D-82D4-3D7EC8D7B9E2}" srcOrd="2" destOrd="0" presId="urn:microsoft.com/office/officeart/2008/layout/HorizontalMultiLevelHierarchy"/>
    <dgm:cxn modelId="{266419EB-BE96-4FCA-9423-C18BD2C83756}" type="presParOf" srcId="{652B4048-658E-402D-82D4-3D7EC8D7B9E2}" destId="{17BC2876-BAD2-4FF5-90FC-CDAF8DAF2C88}" srcOrd="0" destOrd="0" presId="urn:microsoft.com/office/officeart/2008/layout/HorizontalMultiLevelHierarchy"/>
    <dgm:cxn modelId="{8CC668B4-81DC-4616-ADCC-1DFCBC20FE42}" type="presParOf" srcId="{C0967026-C4BE-496B-A9EA-34BBAE1DE0C7}" destId="{1C92CEFD-7BF4-4884-B391-2388465EDD47}" srcOrd="3" destOrd="0" presId="urn:microsoft.com/office/officeart/2008/layout/HorizontalMultiLevelHierarchy"/>
    <dgm:cxn modelId="{C573B45F-77F2-4E5E-A1A4-647F2CF15AE7}" type="presParOf" srcId="{1C92CEFD-7BF4-4884-B391-2388465EDD47}" destId="{95D61280-7C7D-437F-B3A8-B9462054ADBE}" srcOrd="0" destOrd="0" presId="urn:microsoft.com/office/officeart/2008/layout/HorizontalMultiLevelHierarchy"/>
    <dgm:cxn modelId="{75E876BE-D45F-429D-A178-FD3C78A71B65}" type="presParOf" srcId="{1C92CEFD-7BF4-4884-B391-2388465EDD47}" destId="{202DAF48-0504-491D-9F3F-B98A0ACB0F96}" srcOrd="1" destOrd="0" presId="urn:microsoft.com/office/officeart/2008/layout/HorizontalMultiLevelHierarchy"/>
    <dgm:cxn modelId="{EEF05206-A7C5-4887-8F8A-E6406FA5763E}" type="presParOf" srcId="{C0967026-C4BE-496B-A9EA-34BBAE1DE0C7}" destId="{89564B8A-CC91-473B-B085-5C8F74909A96}" srcOrd="4" destOrd="0" presId="urn:microsoft.com/office/officeart/2008/layout/HorizontalMultiLevelHierarchy"/>
    <dgm:cxn modelId="{B5DA711C-1E82-4566-93FD-D99BF4B59171}" type="presParOf" srcId="{89564B8A-CC91-473B-B085-5C8F74909A96}" destId="{72219676-59DB-49C2-B482-A09D79CE3BCB}" srcOrd="0" destOrd="0" presId="urn:microsoft.com/office/officeart/2008/layout/HorizontalMultiLevelHierarchy"/>
    <dgm:cxn modelId="{D3FBE1C5-10AE-46D8-8C22-C1BBE9C484E9}" type="presParOf" srcId="{C0967026-C4BE-496B-A9EA-34BBAE1DE0C7}" destId="{AA7A5802-A77D-4490-B5C5-852B9AC7E207}" srcOrd="5" destOrd="0" presId="urn:microsoft.com/office/officeart/2008/layout/HorizontalMultiLevelHierarchy"/>
    <dgm:cxn modelId="{08C62723-809D-4468-931C-B8FF08C050A7}" type="presParOf" srcId="{AA7A5802-A77D-4490-B5C5-852B9AC7E207}" destId="{98204F16-4474-42DD-BA18-012AB4B74CD9}" srcOrd="0" destOrd="0" presId="urn:microsoft.com/office/officeart/2008/layout/HorizontalMultiLevelHierarchy"/>
    <dgm:cxn modelId="{37C4D332-A953-46CE-9EF4-D0EF95280F96}" type="presParOf" srcId="{AA7A5802-A77D-4490-B5C5-852B9AC7E207}" destId="{20E61306-3D8C-4654-872C-6243DDA39E02}" srcOrd="1" destOrd="0" presId="urn:microsoft.com/office/officeart/2008/layout/HorizontalMultiLevelHierarchy"/>
    <dgm:cxn modelId="{EF308A85-E800-4482-BB68-A27CE9529538}" type="presParOf" srcId="{86B950EB-34B2-466F-9073-8A9093FE3852}" destId="{AFCFCB3C-3293-45DA-BEF2-97CBCA7DF316}" srcOrd="2" destOrd="0" presId="urn:microsoft.com/office/officeart/2008/layout/HorizontalMultiLevelHierarchy"/>
    <dgm:cxn modelId="{E7CC23EE-DDEF-43D3-AB43-4F2BE02C933E}" type="presParOf" srcId="{AFCFCB3C-3293-45DA-BEF2-97CBCA7DF316}" destId="{3A333B58-2C6A-4789-8C7D-F148FE9C2EA9}" srcOrd="0" destOrd="0" presId="urn:microsoft.com/office/officeart/2008/layout/HorizontalMultiLevelHierarchy"/>
    <dgm:cxn modelId="{73BB43CF-7635-4DFF-9477-B268EE7ECFD9}" type="presParOf" srcId="{86B950EB-34B2-466F-9073-8A9093FE3852}" destId="{35B7A525-E207-41EA-873D-B1040D74DB5C}" srcOrd="3" destOrd="0" presId="urn:microsoft.com/office/officeart/2008/layout/HorizontalMultiLevelHierarchy"/>
    <dgm:cxn modelId="{910F8149-D32D-4341-B4F0-E63F15ACCEE1}" type="presParOf" srcId="{35B7A525-E207-41EA-873D-B1040D74DB5C}" destId="{4DAF134F-FEE1-44BD-ADA9-D0C4272E7C5C}" srcOrd="0" destOrd="0" presId="urn:microsoft.com/office/officeart/2008/layout/HorizontalMultiLevelHierarchy"/>
    <dgm:cxn modelId="{7194F02C-734D-4DC3-9DF0-E122D4F5E21A}" type="presParOf" srcId="{35B7A525-E207-41EA-873D-B1040D74DB5C}" destId="{FCB95370-51F7-4216-8A9B-FABB8A58D4B2}" srcOrd="1" destOrd="0" presId="urn:microsoft.com/office/officeart/2008/layout/HorizontalMultiLevelHierarchy"/>
    <dgm:cxn modelId="{A005D760-6C91-4AA8-BC83-846C525DFAA2}" type="presParOf" srcId="{FCB95370-51F7-4216-8A9B-FABB8A58D4B2}" destId="{6F673465-6034-4083-9B38-2DCF2C0C2719}" srcOrd="0" destOrd="0" presId="urn:microsoft.com/office/officeart/2008/layout/HorizontalMultiLevelHierarchy"/>
    <dgm:cxn modelId="{6585674C-34ED-4D28-B16F-3AF26F107CFF}" type="presParOf" srcId="{6F673465-6034-4083-9B38-2DCF2C0C2719}" destId="{09FF3B31-D2D6-4B2A-A71F-5FE336B1CB60}" srcOrd="0" destOrd="0" presId="urn:microsoft.com/office/officeart/2008/layout/HorizontalMultiLevelHierarchy"/>
    <dgm:cxn modelId="{6FEAAF0B-C977-4439-BB7B-C3905696C422}" type="presParOf" srcId="{FCB95370-51F7-4216-8A9B-FABB8A58D4B2}" destId="{5DC8E522-EEBE-4932-A564-C26B7DA8A441}" srcOrd="1" destOrd="0" presId="urn:microsoft.com/office/officeart/2008/layout/HorizontalMultiLevelHierarchy"/>
    <dgm:cxn modelId="{BFCE6D5A-D6FA-4A9C-A7D9-D96EC97F2A90}" type="presParOf" srcId="{5DC8E522-EEBE-4932-A564-C26B7DA8A441}" destId="{9576290D-87E6-4626-BF50-F8665AF84292}" srcOrd="0" destOrd="0" presId="urn:microsoft.com/office/officeart/2008/layout/HorizontalMultiLevelHierarchy"/>
    <dgm:cxn modelId="{916712A2-30C3-40A0-8FDB-1CD489B52D9D}" type="presParOf" srcId="{5DC8E522-EEBE-4932-A564-C26B7DA8A441}" destId="{50F28815-D59F-4EB5-AF04-5CB58EDFE2D8}" srcOrd="1" destOrd="0" presId="urn:microsoft.com/office/officeart/2008/layout/HorizontalMultiLevelHierarchy"/>
    <dgm:cxn modelId="{C83F6454-6611-4D4F-8783-23D035A49AA2}" type="presParOf" srcId="{50F28815-D59F-4EB5-AF04-5CB58EDFE2D8}" destId="{ECD0AE4B-6477-4A30-8526-DF0323B39F4E}" srcOrd="0" destOrd="0" presId="urn:microsoft.com/office/officeart/2008/layout/HorizontalMultiLevelHierarchy"/>
    <dgm:cxn modelId="{D72673A0-F4F1-44A1-8818-D4158BC67ABE}" type="presParOf" srcId="{ECD0AE4B-6477-4A30-8526-DF0323B39F4E}" destId="{23264437-6BE6-48B3-8598-5DDF5A2B3E7D}" srcOrd="0" destOrd="0" presId="urn:microsoft.com/office/officeart/2008/layout/HorizontalMultiLevelHierarchy"/>
    <dgm:cxn modelId="{D8CF0DA9-0B54-4C37-9877-831BCEC8AAE1}" type="presParOf" srcId="{50F28815-D59F-4EB5-AF04-5CB58EDFE2D8}" destId="{D7F501FB-EA7E-45D7-BF35-B5C331D53125}" srcOrd="1" destOrd="0" presId="urn:microsoft.com/office/officeart/2008/layout/HorizontalMultiLevelHierarchy"/>
    <dgm:cxn modelId="{C9335465-4B76-44C2-8027-20848412E5D3}" type="presParOf" srcId="{D7F501FB-EA7E-45D7-BF35-B5C331D53125}" destId="{9C0505C8-BE98-4D16-86FC-0CF226D955BE}" srcOrd="0" destOrd="0" presId="urn:microsoft.com/office/officeart/2008/layout/HorizontalMultiLevelHierarchy"/>
    <dgm:cxn modelId="{706DEAF8-03DF-436E-A0AA-AEC26819331F}" type="presParOf" srcId="{D7F501FB-EA7E-45D7-BF35-B5C331D53125}" destId="{82B0AFDC-2F0F-478E-9E63-3EEB3FBBEC6E}" srcOrd="1" destOrd="0" presId="urn:microsoft.com/office/officeart/2008/layout/HorizontalMultiLevelHierarchy"/>
    <dgm:cxn modelId="{A0F44F17-63C7-451E-87A7-2FCCBF531CCD}" type="presParOf" srcId="{50F28815-D59F-4EB5-AF04-5CB58EDFE2D8}" destId="{3E791E97-F526-4010-83E2-E0229050FE02}" srcOrd="2" destOrd="0" presId="urn:microsoft.com/office/officeart/2008/layout/HorizontalMultiLevelHierarchy"/>
    <dgm:cxn modelId="{31150CEC-BD02-4CFE-88F8-6069F808E38B}" type="presParOf" srcId="{3E791E97-F526-4010-83E2-E0229050FE02}" destId="{2DDAD914-F9B7-444A-95AC-7F11F7C6FF22}" srcOrd="0" destOrd="0" presId="urn:microsoft.com/office/officeart/2008/layout/HorizontalMultiLevelHierarchy"/>
    <dgm:cxn modelId="{2D6027E4-1527-4204-B681-2F790A799AA3}" type="presParOf" srcId="{50F28815-D59F-4EB5-AF04-5CB58EDFE2D8}" destId="{3B554147-61D0-4E55-B467-E76EABB70ECF}" srcOrd="3" destOrd="0" presId="urn:microsoft.com/office/officeart/2008/layout/HorizontalMultiLevelHierarchy"/>
    <dgm:cxn modelId="{E74D2E96-B268-4FC8-8342-BADCD087C474}" type="presParOf" srcId="{3B554147-61D0-4E55-B467-E76EABB70ECF}" destId="{C7BC06C6-6CF4-4E14-9A39-B7599D3BD6FC}" srcOrd="0" destOrd="0" presId="urn:microsoft.com/office/officeart/2008/layout/HorizontalMultiLevelHierarchy"/>
    <dgm:cxn modelId="{B77D5F04-7AD0-46D3-A5E3-A75BEEBB9719}" type="presParOf" srcId="{3B554147-61D0-4E55-B467-E76EABB70ECF}" destId="{7CEB80FD-E868-47AE-A104-5CE537526741}" srcOrd="1" destOrd="0" presId="urn:microsoft.com/office/officeart/2008/layout/HorizontalMultiLevelHierarchy"/>
    <dgm:cxn modelId="{F4D79128-5DEC-4A04-BE0C-07EB6552ED49}" type="presParOf" srcId="{50F28815-D59F-4EB5-AF04-5CB58EDFE2D8}" destId="{E1FC72BA-1622-4B18-8510-F377CE2784EC}" srcOrd="4" destOrd="0" presId="urn:microsoft.com/office/officeart/2008/layout/HorizontalMultiLevelHierarchy"/>
    <dgm:cxn modelId="{842A3D8D-DBE3-4841-9009-478D04F6A071}" type="presParOf" srcId="{E1FC72BA-1622-4B18-8510-F377CE2784EC}" destId="{5577E67A-8903-48AC-A0EF-667B3F9AFBFC}" srcOrd="0" destOrd="0" presId="urn:microsoft.com/office/officeart/2008/layout/HorizontalMultiLevelHierarchy"/>
    <dgm:cxn modelId="{5E4DF5A5-2638-4179-B0A5-59C9DB6368E3}" type="presParOf" srcId="{50F28815-D59F-4EB5-AF04-5CB58EDFE2D8}" destId="{C68EB09A-6ACC-4593-8707-33609AE3389E}" srcOrd="5" destOrd="0" presId="urn:microsoft.com/office/officeart/2008/layout/HorizontalMultiLevelHierarchy"/>
    <dgm:cxn modelId="{B3FA5EDF-2285-42D0-B81A-143C619D56B5}" type="presParOf" srcId="{C68EB09A-6ACC-4593-8707-33609AE3389E}" destId="{F9D026B3-8135-436E-ADAA-ED22B17E9C30}" srcOrd="0" destOrd="0" presId="urn:microsoft.com/office/officeart/2008/layout/HorizontalMultiLevelHierarchy"/>
    <dgm:cxn modelId="{4228295D-1FCA-4313-BE68-88C4B430B858}" type="presParOf" srcId="{C68EB09A-6ACC-4593-8707-33609AE3389E}" destId="{82EB1792-E1C9-4E6B-A4C4-B65733D158FE}" srcOrd="1" destOrd="0" presId="urn:microsoft.com/office/officeart/2008/layout/HorizontalMultiLevelHierarchy"/>
    <dgm:cxn modelId="{E1255812-0BD3-40E4-A10D-79D4527ED143}" type="presParOf" srcId="{FCB95370-51F7-4216-8A9B-FABB8A58D4B2}" destId="{78CCC72F-928B-43C4-B0B2-F1ADCDA6AB60}" srcOrd="2" destOrd="0" presId="urn:microsoft.com/office/officeart/2008/layout/HorizontalMultiLevelHierarchy"/>
    <dgm:cxn modelId="{89D07290-35E2-4E35-986E-6C4641C9AB2A}" type="presParOf" srcId="{78CCC72F-928B-43C4-B0B2-F1ADCDA6AB60}" destId="{1DE6C68D-CC31-469F-AE7D-4DDA351509A3}" srcOrd="0" destOrd="0" presId="urn:microsoft.com/office/officeart/2008/layout/HorizontalMultiLevelHierarchy"/>
    <dgm:cxn modelId="{87656DFD-3645-4013-AA63-0F0EF61F46F3}" type="presParOf" srcId="{FCB95370-51F7-4216-8A9B-FABB8A58D4B2}" destId="{E0B13387-B112-4F0A-BE3F-7E9BFE046E30}" srcOrd="3" destOrd="0" presId="urn:microsoft.com/office/officeart/2008/layout/HorizontalMultiLevelHierarchy"/>
    <dgm:cxn modelId="{9322B262-FFEA-4551-89A1-AE86B24C86F3}" type="presParOf" srcId="{E0B13387-B112-4F0A-BE3F-7E9BFE046E30}" destId="{2E7C9942-C788-4FD4-AB41-B98866F19466}" srcOrd="0" destOrd="0" presId="urn:microsoft.com/office/officeart/2008/layout/HorizontalMultiLevelHierarchy"/>
    <dgm:cxn modelId="{1A7F0988-6AE1-4375-828E-C4CEEF705B56}" type="presParOf" srcId="{E0B13387-B112-4F0A-BE3F-7E9BFE046E30}" destId="{88119F36-18E9-4B6B-8349-C0FFB8934A04}" srcOrd="1" destOrd="0" presId="urn:microsoft.com/office/officeart/2008/layout/HorizontalMultiLevelHierarchy"/>
    <dgm:cxn modelId="{B06132C1-EC7A-4CF1-93FB-BFAC2A74747E}" type="presParOf" srcId="{88119F36-18E9-4B6B-8349-C0FFB8934A04}" destId="{023396BD-7DE6-4BBF-B17A-2C3393016DD4}" srcOrd="0" destOrd="0" presId="urn:microsoft.com/office/officeart/2008/layout/HorizontalMultiLevelHierarchy"/>
    <dgm:cxn modelId="{E7BD9AC7-8F78-44D6-872F-4DE6488E33BE}" type="presParOf" srcId="{023396BD-7DE6-4BBF-B17A-2C3393016DD4}" destId="{6EFB5E67-B7D0-4282-8DED-104886673CC3}" srcOrd="0" destOrd="0" presId="urn:microsoft.com/office/officeart/2008/layout/HorizontalMultiLevelHierarchy"/>
    <dgm:cxn modelId="{685A7B1A-95ED-447B-93DA-AEC38E74D308}" type="presParOf" srcId="{88119F36-18E9-4B6B-8349-C0FFB8934A04}" destId="{B565BA27-D7A8-455F-B9CD-D375D9DC66A0}" srcOrd="1" destOrd="0" presId="urn:microsoft.com/office/officeart/2008/layout/HorizontalMultiLevelHierarchy"/>
    <dgm:cxn modelId="{F1D4BDE8-ECE4-4B76-8AF9-77E0529E455F}" type="presParOf" srcId="{B565BA27-D7A8-455F-B9CD-D375D9DC66A0}" destId="{AA76D18B-495A-4A67-A7E6-67E804A3129A}" srcOrd="0" destOrd="0" presId="urn:microsoft.com/office/officeart/2008/layout/HorizontalMultiLevelHierarchy"/>
    <dgm:cxn modelId="{72D77D36-6147-4F55-8ED0-94CA900A0C58}" type="presParOf" srcId="{B565BA27-D7A8-455F-B9CD-D375D9DC66A0}" destId="{7EACA592-A49B-4923-B52B-68E7B52D83EC}" srcOrd="1" destOrd="0" presId="urn:microsoft.com/office/officeart/2008/layout/HorizontalMultiLevelHierarchy"/>
    <dgm:cxn modelId="{AC143D78-FFD6-4AC8-8755-685FF3679412}" type="presParOf" srcId="{7EACA592-A49B-4923-B52B-68E7B52D83EC}" destId="{A839F336-6FE4-4B40-B104-8E191E8CE490}" srcOrd="0" destOrd="0" presId="urn:microsoft.com/office/officeart/2008/layout/HorizontalMultiLevelHierarchy"/>
    <dgm:cxn modelId="{B2019FA0-61CB-4477-846D-1A523AFF0FFE}" type="presParOf" srcId="{A839F336-6FE4-4B40-B104-8E191E8CE490}" destId="{52B92789-F084-418E-91FA-1E62DA25D379}" srcOrd="0" destOrd="0" presId="urn:microsoft.com/office/officeart/2008/layout/HorizontalMultiLevelHierarchy"/>
    <dgm:cxn modelId="{0FD1014F-FBBD-477F-9717-E983A2A75DBD}" type="presParOf" srcId="{7EACA592-A49B-4923-B52B-68E7B52D83EC}" destId="{DC331649-A721-464B-9BC7-DB50EC844466}" srcOrd="1" destOrd="0" presId="urn:microsoft.com/office/officeart/2008/layout/HorizontalMultiLevelHierarchy"/>
    <dgm:cxn modelId="{7E09EFF4-2223-4B66-AB66-165B2C299D8E}" type="presParOf" srcId="{DC331649-A721-464B-9BC7-DB50EC844466}" destId="{76825784-8991-49DE-BA75-D6847E15EDE3}" srcOrd="0" destOrd="0" presId="urn:microsoft.com/office/officeart/2008/layout/HorizontalMultiLevelHierarchy"/>
    <dgm:cxn modelId="{9493AADD-C28E-43D1-92CD-A05FE8C2CB83}" type="presParOf" srcId="{DC331649-A721-464B-9BC7-DB50EC844466}" destId="{87560CCD-5A98-4D10-B7C6-7EBC04A0FB79}" srcOrd="1" destOrd="0" presId="urn:microsoft.com/office/officeart/2008/layout/HorizontalMultiLevelHierarchy"/>
    <dgm:cxn modelId="{4E5ED0C0-D2E1-45D4-B537-B3C499978016}" type="presParOf" srcId="{7EACA592-A49B-4923-B52B-68E7B52D83EC}" destId="{AC510BBB-79D1-4B6C-890D-6C290B8D996C}" srcOrd="2" destOrd="0" presId="urn:microsoft.com/office/officeart/2008/layout/HorizontalMultiLevelHierarchy"/>
    <dgm:cxn modelId="{56702B6F-9C9E-4DCA-8224-AD17D224F25F}" type="presParOf" srcId="{AC510BBB-79D1-4B6C-890D-6C290B8D996C}" destId="{4B31D0FC-33A6-49A2-B5F8-6E44F5F0031F}" srcOrd="0" destOrd="0" presId="urn:microsoft.com/office/officeart/2008/layout/HorizontalMultiLevelHierarchy"/>
    <dgm:cxn modelId="{859A304D-89BA-475C-A74E-CC6054242BFA}" type="presParOf" srcId="{7EACA592-A49B-4923-B52B-68E7B52D83EC}" destId="{759685B7-B5BA-475B-8290-392CC89D362D}" srcOrd="3" destOrd="0" presId="urn:microsoft.com/office/officeart/2008/layout/HorizontalMultiLevelHierarchy"/>
    <dgm:cxn modelId="{9B37A7AA-37C3-4207-BEE8-9D5FA9158205}" type="presParOf" srcId="{759685B7-B5BA-475B-8290-392CC89D362D}" destId="{F04DE97B-2416-4FAB-88B6-E39C01933B64}" srcOrd="0" destOrd="0" presId="urn:microsoft.com/office/officeart/2008/layout/HorizontalMultiLevelHierarchy"/>
    <dgm:cxn modelId="{391BBD86-C207-4B54-8586-8A83951DEC46}" type="presParOf" srcId="{759685B7-B5BA-475B-8290-392CC89D362D}" destId="{54015F91-035E-451E-94D7-D7E0F8138496}" srcOrd="1" destOrd="0" presId="urn:microsoft.com/office/officeart/2008/layout/HorizontalMultiLevelHierarchy"/>
    <dgm:cxn modelId="{B9A0F8D4-C68D-4B59-8BB5-63C2079550A8}" type="presParOf" srcId="{7EACA592-A49B-4923-B52B-68E7B52D83EC}" destId="{54B9134F-BFB6-441B-8E4D-7E4C4B6C6156}" srcOrd="4" destOrd="0" presId="urn:microsoft.com/office/officeart/2008/layout/HorizontalMultiLevelHierarchy"/>
    <dgm:cxn modelId="{E6E8D2B5-06CF-4FCD-99B3-DF0387395EF2}" type="presParOf" srcId="{54B9134F-BFB6-441B-8E4D-7E4C4B6C6156}" destId="{C0A3D9FE-E3A0-41CE-80A4-5B445A206672}" srcOrd="0" destOrd="0" presId="urn:microsoft.com/office/officeart/2008/layout/HorizontalMultiLevelHierarchy"/>
    <dgm:cxn modelId="{AEC8959F-0A22-455E-85D3-9570635E031F}" type="presParOf" srcId="{7EACA592-A49B-4923-B52B-68E7B52D83EC}" destId="{7114F47E-ED25-4E34-911A-0826370388CC}" srcOrd="5" destOrd="0" presId="urn:microsoft.com/office/officeart/2008/layout/HorizontalMultiLevelHierarchy"/>
    <dgm:cxn modelId="{0F938A29-1336-4FEA-B34E-EC31C6576F60}" type="presParOf" srcId="{7114F47E-ED25-4E34-911A-0826370388CC}" destId="{C5162589-FDC8-4935-84FE-2D30BD6D5EE7}" srcOrd="0" destOrd="0" presId="urn:microsoft.com/office/officeart/2008/layout/HorizontalMultiLevelHierarchy"/>
    <dgm:cxn modelId="{4E551483-C098-400C-8754-DC81F6297FE6}" type="presParOf" srcId="{7114F47E-ED25-4E34-911A-0826370388CC}" destId="{276D8EF0-2097-4955-99CE-6E76659EE2AB}" srcOrd="1" destOrd="0" presId="urn:microsoft.com/office/officeart/2008/layout/HorizontalMultiLevelHierarchy"/>
    <dgm:cxn modelId="{71723A3F-C660-4700-9D02-77BC45CEDEEF}" type="presParOf" srcId="{88119F36-18E9-4B6B-8349-C0FFB8934A04}" destId="{E9A01032-3F13-40AB-875C-F0F7D7306BE9}" srcOrd="2" destOrd="0" presId="urn:microsoft.com/office/officeart/2008/layout/HorizontalMultiLevelHierarchy"/>
    <dgm:cxn modelId="{99C0A0D9-38D0-4639-95CC-5020E4BEB583}" type="presParOf" srcId="{E9A01032-3F13-40AB-875C-F0F7D7306BE9}" destId="{496B850F-C7C9-4C29-A978-46E2FD40E128}" srcOrd="0" destOrd="0" presId="urn:microsoft.com/office/officeart/2008/layout/HorizontalMultiLevelHierarchy"/>
    <dgm:cxn modelId="{E64B7ABF-BE4F-4295-9523-9A5C0A694FDB}" type="presParOf" srcId="{88119F36-18E9-4B6B-8349-C0FFB8934A04}" destId="{01B26180-9137-458B-88AD-C21F4A7B2D00}" srcOrd="3" destOrd="0" presId="urn:microsoft.com/office/officeart/2008/layout/HorizontalMultiLevelHierarchy"/>
    <dgm:cxn modelId="{E6B9EBF0-3011-4ABB-A43E-24FAC73F874E}" type="presParOf" srcId="{01B26180-9137-458B-88AD-C21F4A7B2D00}" destId="{15E1BB8C-034E-4D43-B117-84FB15952416}" srcOrd="0" destOrd="0" presId="urn:microsoft.com/office/officeart/2008/layout/HorizontalMultiLevelHierarchy"/>
    <dgm:cxn modelId="{FD9328AE-80CD-482C-90E5-AD7FB5C606A0}" type="presParOf" srcId="{01B26180-9137-458B-88AD-C21F4A7B2D00}" destId="{383F7516-B0D0-48DB-B226-F47CF5D91864}" srcOrd="1" destOrd="0" presId="urn:microsoft.com/office/officeart/2008/layout/HorizontalMultiLevelHierarchy"/>
    <dgm:cxn modelId="{45DD706E-23AC-434D-9EBE-6784A4BDF107}" type="presParOf" srcId="{383F7516-B0D0-48DB-B226-F47CF5D91864}" destId="{1DF24980-DED8-43D0-82A1-42721F694D88}" srcOrd="0" destOrd="0" presId="urn:microsoft.com/office/officeart/2008/layout/HorizontalMultiLevelHierarchy"/>
    <dgm:cxn modelId="{0C595A99-A8D1-4B39-B474-F7EC3D2664A5}" type="presParOf" srcId="{1DF24980-DED8-43D0-82A1-42721F694D88}" destId="{60AFE002-BF0D-4199-AA75-E2152642DE9F}" srcOrd="0" destOrd="0" presId="urn:microsoft.com/office/officeart/2008/layout/HorizontalMultiLevelHierarchy"/>
    <dgm:cxn modelId="{BA212126-72C5-4092-B48E-5F30FD821CC3}" type="presParOf" srcId="{383F7516-B0D0-48DB-B226-F47CF5D91864}" destId="{F2EA7F08-11F3-4310-9769-865984A809BE}" srcOrd="1" destOrd="0" presId="urn:microsoft.com/office/officeart/2008/layout/HorizontalMultiLevelHierarchy"/>
    <dgm:cxn modelId="{5CCF1FAB-1A07-468C-8F6B-36D9D8DA7701}" type="presParOf" srcId="{F2EA7F08-11F3-4310-9769-865984A809BE}" destId="{309DDF3F-C879-483A-9872-18B514664C0F}" srcOrd="0" destOrd="0" presId="urn:microsoft.com/office/officeart/2008/layout/HorizontalMultiLevelHierarchy"/>
    <dgm:cxn modelId="{4F7FAC0F-BD74-41A2-A7B3-C75F90AEC7DA}" type="presParOf" srcId="{F2EA7F08-11F3-4310-9769-865984A809BE}" destId="{21F498D1-17CD-4AB7-BA0E-75A9A37706D1}" srcOrd="1" destOrd="0" presId="urn:microsoft.com/office/officeart/2008/layout/HorizontalMultiLevelHierarchy"/>
    <dgm:cxn modelId="{E5198F2D-4BA4-4E59-9FF3-2E83D3949E30}" type="presParOf" srcId="{383F7516-B0D0-48DB-B226-F47CF5D91864}" destId="{6C189BA4-6D9F-44C8-8732-84A94B692C3D}" srcOrd="2" destOrd="0" presId="urn:microsoft.com/office/officeart/2008/layout/HorizontalMultiLevelHierarchy"/>
    <dgm:cxn modelId="{DD32E35D-6F22-403C-BAA2-3CA5832BA60A}" type="presParOf" srcId="{6C189BA4-6D9F-44C8-8732-84A94B692C3D}" destId="{0E37D078-589E-492C-993C-243D89576BB4}" srcOrd="0" destOrd="0" presId="urn:microsoft.com/office/officeart/2008/layout/HorizontalMultiLevelHierarchy"/>
    <dgm:cxn modelId="{0A2FAC9A-AE4A-470E-AF1B-488CF2C0BE6B}" type="presParOf" srcId="{383F7516-B0D0-48DB-B226-F47CF5D91864}" destId="{2AA604FC-8D42-451D-8A0D-ADF047001FE0}" srcOrd="3" destOrd="0" presId="urn:microsoft.com/office/officeart/2008/layout/HorizontalMultiLevelHierarchy"/>
    <dgm:cxn modelId="{D80B0ECE-CC1A-4EDC-A7DE-BE047C1BDCED}" type="presParOf" srcId="{2AA604FC-8D42-451D-8A0D-ADF047001FE0}" destId="{F31EAEC9-4B58-4DBD-955C-4A7587BDC79C}" srcOrd="0" destOrd="0" presId="urn:microsoft.com/office/officeart/2008/layout/HorizontalMultiLevelHierarchy"/>
    <dgm:cxn modelId="{419F8F91-2EF1-4F60-828E-1E7DC00D2862}" type="presParOf" srcId="{2AA604FC-8D42-451D-8A0D-ADF047001FE0}" destId="{9A10E720-102E-42D3-AB85-086C87DE9857}" srcOrd="1" destOrd="0" presId="urn:microsoft.com/office/officeart/2008/layout/HorizontalMultiLevelHierarchy"/>
    <dgm:cxn modelId="{43812551-E4E0-4F33-BC1D-B2B79B5A5BFD}" type="presParOf" srcId="{FCB95370-51F7-4216-8A9B-FABB8A58D4B2}" destId="{E1373F89-A4D6-4E10-A163-5176A8A5C6FA}" srcOrd="4" destOrd="0" presId="urn:microsoft.com/office/officeart/2008/layout/HorizontalMultiLevelHierarchy"/>
    <dgm:cxn modelId="{1BEDC1ED-B26F-43A3-B03E-0C4D6B877302}" type="presParOf" srcId="{E1373F89-A4D6-4E10-A163-5176A8A5C6FA}" destId="{4FC2F9B5-E869-4C01-A410-F9B5BFFB6A0A}" srcOrd="0" destOrd="0" presId="urn:microsoft.com/office/officeart/2008/layout/HorizontalMultiLevelHierarchy"/>
    <dgm:cxn modelId="{546D3A26-229A-4A67-BA09-852F6C6D84D4}" type="presParOf" srcId="{FCB95370-51F7-4216-8A9B-FABB8A58D4B2}" destId="{5F279386-860C-472B-A73F-14A9B3CA50A0}" srcOrd="5" destOrd="0" presId="urn:microsoft.com/office/officeart/2008/layout/HorizontalMultiLevelHierarchy"/>
    <dgm:cxn modelId="{5A3A134C-EF64-450B-BAE2-50C67BB0A46F}" type="presParOf" srcId="{5F279386-860C-472B-A73F-14A9B3CA50A0}" destId="{CA960FB4-E464-42C9-8D0D-E5F88B189548}" srcOrd="0" destOrd="0" presId="urn:microsoft.com/office/officeart/2008/layout/HorizontalMultiLevelHierarchy"/>
    <dgm:cxn modelId="{A171FB63-6DA4-47D4-A50D-CEF0E024032E}" type="presParOf" srcId="{5F279386-860C-472B-A73F-14A9B3CA50A0}" destId="{2EFBB117-59F3-48E7-85C7-A700915A2857}" srcOrd="1" destOrd="0" presId="urn:microsoft.com/office/officeart/2008/layout/HorizontalMultiLevelHierarchy"/>
    <dgm:cxn modelId="{F9A85D39-110A-4961-A95E-14936EB8F8D3}" type="presParOf" srcId="{2EFBB117-59F3-48E7-85C7-A700915A2857}" destId="{8C8167E8-021E-4D0A-A3DE-2FD0C56373D3}" srcOrd="0" destOrd="0" presId="urn:microsoft.com/office/officeart/2008/layout/HorizontalMultiLevelHierarchy"/>
    <dgm:cxn modelId="{FE4F0530-40FE-406A-9F34-A28E6F8BFF85}" type="presParOf" srcId="{8C8167E8-021E-4D0A-A3DE-2FD0C56373D3}" destId="{3B7F726F-1E65-42DA-B4CF-CA1074A306A4}" srcOrd="0" destOrd="0" presId="urn:microsoft.com/office/officeart/2008/layout/HorizontalMultiLevelHierarchy"/>
    <dgm:cxn modelId="{696888BE-49EB-452C-943E-3B7BDE2C7A2C}" type="presParOf" srcId="{2EFBB117-59F3-48E7-85C7-A700915A2857}" destId="{104A080B-644F-4345-95A8-874ADE44B6EE}" srcOrd="1" destOrd="0" presId="urn:microsoft.com/office/officeart/2008/layout/HorizontalMultiLevelHierarchy"/>
    <dgm:cxn modelId="{2A2903BB-5B4E-4403-AE9E-2B0FC877F4DE}" type="presParOf" srcId="{104A080B-644F-4345-95A8-874ADE44B6EE}" destId="{A81F0C68-78A1-466C-A8BC-5B5315EA8B50}" srcOrd="0" destOrd="0" presId="urn:microsoft.com/office/officeart/2008/layout/HorizontalMultiLevelHierarchy"/>
    <dgm:cxn modelId="{39329E64-A9FE-4A27-8A9B-37B2ACCF71C5}" type="presParOf" srcId="{104A080B-644F-4345-95A8-874ADE44B6EE}" destId="{301ABDCD-BD1E-425A-B910-1098A79A9119}" srcOrd="1" destOrd="0" presId="urn:microsoft.com/office/officeart/2008/layout/HorizontalMultiLevelHierarchy"/>
    <dgm:cxn modelId="{BCF1A69F-D936-4715-B981-811CA2BEB8C9}" type="presParOf" srcId="{301ABDCD-BD1E-425A-B910-1098A79A9119}" destId="{E4530DB6-6999-4B6E-9F8A-D63E438A4ED9}" srcOrd="0" destOrd="0" presId="urn:microsoft.com/office/officeart/2008/layout/HorizontalMultiLevelHierarchy"/>
    <dgm:cxn modelId="{23C2D3D2-647D-42D9-8912-91743F964E6D}" type="presParOf" srcId="{E4530DB6-6999-4B6E-9F8A-D63E438A4ED9}" destId="{1872AD0B-C5A1-4377-AD79-361F9684CE13}" srcOrd="0" destOrd="0" presId="urn:microsoft.com/office/officeart/2008/layout/HorizontalMultiLevelHierarchy"/>
    <dgm:cxn modelId="{705A0FEF-AED3-481E-9565-4B7364C8A34E}" type="presParOf" srcId="{301ABDCD-BD1E-425A-B910-1098A79A9119}" destId="{78B68CEF-A912-499B-9A71-CE96CE54A1F5}" srcOrd="1" destOrd="0" presId="urn:microsoft.com/office/officeart/2008/layout/HorizontalMultiLevelHierarchy"/>
    <dgm:cxn modelId="{1DAD75D0-ED1E-4659-B37E-43AD994FFB0E}" type="presParOf" srcId="{78B68CEF-A912-499B-9A71-CE96CE54A1F5}" destId="{402D206B-8CA6-40E2-BD43-120D0389BA24}" srcOrd="0" destOrd="0" presId="urn:microsoft.com/office/officeart/2008/layout/HorizontalMultiLevelHierarchy"/>
    <dgm:cxn modelId="{D41B4C48-4DCF-4C10-B4C0-31A61F361009}" type="presParOf" srcId="{78B68CEF-A912-499B-9A71-CE96CE54A1F5}" destId="{4945533C-A27E-4839-98E6-0FBAE3B21823}" srcOrd="1" destOrd="0" presId="urn:microsoft.com/office/officeart/2008/layout/HorizontalMultiLevelHierarchy"/>
    <dgm:cxn modelId="{899B586C-30FE-4F96-A094-4F9563245130}" type="presParOf" srcId="{301ABDCD-BD1E-425A-B910-1098A79A9119}" destId="{9DF1F035-BC4C-41C3-A4E4-7A5AE3C4EC8E}" srcOrd="2" destOrd="0" presId="urn:microsoft.com/office/officeart/2008/layout/HorizontalMultiLevelHierarchy"/>
    <dgm:cxn modelId="{5E893062-223B-41D1-80D5-C686E7140428}" type="presParOf" srcId="{9DF1F035-BC4C-41C3-A4E4-7A5AE3C4EC8E}" destId="{0499A96E-697E-453E-A659-AF40E23BCE16}" srcOrd="0" destOrd="0" presId="urn:microsoft.com/office/officeart/2008/layout/HorizontalMultiLevelHierarchy"/>
    <dgm:cxn modelId="{0FA893E0-57D5-4FA5-893F-DEE551C00D4B}" type="presParOf" srcId="{301ABDCD-BD1E-425A-B910-1098A79A9119}" destId="{2F48C656-1E4A-4F8C-BF2F-E6F25BF10F06}" srcOrd="3" destOrd="0" presId="urn:microsoft.com/office/officeart/2008/layout/HorizontalMultiLevelHierarchy"/>
    <dgm:cxn modelId="{AD7109C2-0B7C-4D9B-B96B-28C230AB5D8E}" type="presParOf" srcId="{2F48C656-1E4A-4F8C-BF2F-E6F25BF10F06}" destId="{08611881-4F71-468F-AAD1-A731F992C2ED}" srcOrd="0" destOrd="0" presId="urn:microsoft.com/office/officeart/2008/layout/HorizontalMultiLevelHierarchy"/>
    <dgm:cxn modelId="{F61D3476-61DD-4366-96D9-C63DE729DB57}" type="presParOf" srcId="{2F48C656-1E4A-4F8C-BF2F-E6F25BF10F06}" destId="{1661FCA2-B36F-4894-B977-23FD12DFB82E}" srcOrd="1" destOrd="0" presId="urn:microsoft.com/office/officeart/2008/layout/HorizontalMultiLevelHierarchy"/>
    <dgm:cxn modelId="{BF961C40-E52C-4D42-A68B-48242A5ACBB6}" type="presParOf" srcId="{301ABDCD-BD1E-425A-B910-1098A79A9119}" destId="{860F001C-406C-4E44-BA7C-DC4B1DF5AD5F}" srcOrd="4" destOrd="0" presId="urn:microsoft.com/office/officeart/2008/layout/HorizontalMultiLevelHierarchy"/>
    <dgm:cxn modelId="{9579A6E2-6C9E-41D4-A352-107BAC962BB5}" type="presParOf" srcId="{860F001C-406C-4E44-BA7C-DC4B1DF5AD5F}" destId="{B34CE313-5346-4642-960A-6C84EEAB5298}" srcOrd="0" destOrd="0" presId="urn:microsoft.com/office/officeart/2008/layout/HorizontalMultiLevelHierarchy"/>
    <dgm:cxn modelId="{2784F420-4F43-4CFA-AD27-D41FC27EDC33}" type="presParOf" srcId="{301ABDCD-BD1E-425A-B910-1098A79A9119}" destId="{03AF1C66-C2A8-434F-AE4B-71E30561648D}" srcOrd="5" destOrd="0" presId="urn:microsoft.com/office/officeart/2008/layout/HorizontalMultiLevelHierarchy"/>
    <dgm:cxn modelId="{C8734FFA-2D91-48F7-A3A1-4FA71605D10A}" type="presParOf" srcId="{03AF1C66-C2A8-434F-AE4B-71E30561648D}" destId="{17C5B00F-B7D3-48F6-962F-26CEA3E49881}" srcOrd="0" destOrd="0" presId="urn:microsoft.com/office/officeart/2008/layout/HorizontalMultiLevelHierarchy"/>
    <dgm:cxn modelId="{D8CAD40F-D77D-42D6-B687-52364F2D7CD9}" type="presParOf" srcId="{03AF1C66-C2A8-434F-AE4B-71E30561648D}" destId="{5B3D82B5-5303-4CEB-9A0D-F02667E2A29D}" srcOrd="1" destOrd="0" presId="urn:microsoft.com/office/officeart/2008/layout/HorizontalMultiLevelHierarchy"/>
    <dgm:cxn modelId="{8F69AF0B-FDB6-4A41-AC8B-BA281039EB95}" type="presParOf" srcId="{301ABDCD-BD1E-425A-B910-1098A79A9119}" destId="{DD1DE8C1-0986-4827-B2FE-C5CA96839F1B}" srcOrd="6" destOrd="0" presId="urn:microsoft.com/office/officeart/2008/layout/HorizontalMultiLevelHierarchy"/>
    <dgm:cxn modelId="{EE24280A-7ED8-4538-967F-930052DE4524}" type="presParOf" srcId="{DD1DE8C1-0986-4827-B2FE-C5CA96839F1B}" destId="{D4F3C2A9-82E6-4C0C-9E98-0BA7AF09F5D0}" srcOrd="0" destOrd="0" presId="urn:microsoft.com/office/officeart/2008/layout/HorizontalMultiLevelHierarchy"/>
    <dgm:cxn modelId="{0C36CC19-5417-409A-8703-6D1DADEEDE5D}" type="presParOf" srcId="{301ABDCD-BD1E-425A-B910-1098A79A9119}" destId="{868CD078-1AED-44F7-8CC1-CF5483264798}" srcOrd="7" destOrd="0" presId="urn:microsoft.com/office/officeart/2008/layout/HorizontalMultiLevelHierarchy"/>
    <dgm:cxn modelId="{5258A606-5129-4B4F-92CD-6E36CCEDCFA0}" type="presParOf" srcId="{868CD078-1AED-44F7-8CC1-CF5483264798}" destId="{B30EC4D6-531E-4BCB-BC19-C1835281D486}" srcOrd="0" destOrd="0" presId="urn:microsoft.com/office/officeart/2008/layout/HorizontalMultiLevelHierarchy"/>
    <dgm:cxn modelId="{149AFCD9-EC12-4703-AB9D-C744967C0292}" type="presParOf" srcId="{868CD078-1AED-44F7-8CC1-CF5483264798}" destId="{4F5975B2-09DF-4678-8DD7-8B4F38DFDC8B}" srcOrd="1" destOrd="0" presId="urn:microsoft.com/office/officeart/2008/layout/HorizontalMultiLevelHierarchy"/>
    <dgm:cxn modelId="{09BE51D2-849B-4F3E-A319-0B735BC8329C}" type="presParOf" srcId="{2EFBB117-59F3-48E7-85C7-A700915A2857}" destId="{EC8DE83B-A973-4BA5-AA41-ABA8444E788A}" srcOrd="2" destOrd="0" presId="urn:microsoft.com/office/officeart/2008/layout/HorizontalMultiLevelHierarchy"/>
    <dgm:cxn modelId="{C3EF2C3A-BB83-4888-98CB-FF58A3956940}" type="presParOf" srcId="{EC8DE83B-A973-4BA5-AA41-ABA8444E788A}" destId="{12C8B16C-CA95-4CBB-9910-DDD1773C31C5}" srcOrd="0" destOrd="0" presId="urn:microsoft.com/office/officeart/2008/layout/HorizontalMultiLevelHierarchy"/>
    <dgm:cxn modelId="{AEA699D0-6767-464A-86A3-AE5581EC1D78}" type="presParOf" srcId="{2EFBB117-59F3-48E7-85C7-A700915A2857}" destId="{80B25D23-3084-4758-8F52-9E481AA014DC}" srcOrd="3" destOrd="0" presId="urn:microsoft.com/office/officeart/2008/layout/HorizontalMultiLevelHierarchy"/>
    <dgm:cxn modelId="{D9EE716D-E748-48C0-8078-2686F917FEE7}" type="presParOf" srcId="{80B25D23-3084-4758-8F52-9E481AA014DC}" destId="{6661A560-440E-4D8B-8886-86E25A89447D}" srcOrd="0" destOrd="0" presId="urn:microsoft.com/office/officeart/2008/layout/HorizontalMultiLevelHierarchy"/>
    <dgm:cxn modelId="{0F001007-5E00-4AD8-98F3-8886AF87D3FA}" type="presParOf" srcId="{80B25D23-3084-4758-8F52-9E481AA014DC}" destId="{04D2A2D9-EE42-4EB5-B8BE-FE7092D237FA}" srcOrd="1" destOrd="0" presId="urn:microsoft.com/office/officeart/2008/layout/HorizontalMultiLevelHierarchy"/>
    <dgm:cxn modelId="{00ABB51E-57EE-40E3-B9C3-CF2B39D26EFD}" type="presParOf" srcId="{FCB95370-51F7-4216-8A9B-FABB8A58D4B2}" destId="{665D8BD3-60AC-4E9F-AF20-D8338FC22D08}" srcOrd="6" destOrd="0" presId="urn:microsoft.com/office/officeart/2008/layout/HorizontalMultiLevelHierarchy"/>
    <dgm:cxn modelId="{C3990938-B0A3-467B-882F-62798AB511D4}" type="presParOf" srcId="{665D8BD3-60AC-4E9F-AF20-D8338FC22D08}" destId="{13CB3D2F-62AB-43AC-914C-1045C4C72B0F}" srcOrd="0" destOrd="0" presId="urn:microsoft.com/office/officeart/2008/layout/HorizontalMultiLevelHierarchy"/>
    <dgm:cxn modelId="{4C22F833-FAA5-47A3-916B-000EF230BA55}" type="presParOf" srcId="{FCB95370-51F7-4216-8A9B-FABB8A58D4B2}" destId="{960A35B8-FD7E-4166-9FED-D1FAF4CB486C}" srcOrd="7" destOrd="0" presId="urn:microsoft.com/office/officeart/2008/layout/HorizontalMultiLevelHierarchy"/>
    <dgm:cxn modelId="{0260DA25-BE91-4372-94D3-AEBAF725F1AB}" type="presParOf" srcId="{960A35B8-FD7E-4166-9FED-D1FAF4CB486C}" destId="{6AF50DE9-7908-466B-85E1-FC136672E8C8}" srcOrd="0" destOrd="0" presId="urn:microsoft.com/office/officeart/2008/layout/HorizontalMultiLevelHierarchy"/>
    <dgm:cxn modelId="{CACA93E3-7D91-404C-8A21-3E0DC0F320C4}" type="presParOf" srcId="{960A35B8-FD7E-4166-9FED-D1FAF4CB486C}" destId="{ADC8558C-C056-4FBD-91E4-19D38FCB5ADF}" srcOrd="1" destOrd="0" presId="urn:microsoft.com/office/officeart/2008/layout/HorizontalMultiLevelHierarchy"/>
    <dgm:cxn modelId="{550760C4-131B-45D4-A2C2-F3219BE554AC}" type="presParOf" srcId="{86B950EB-34B2-466F-9073-8A9093FE3852}" destId="{4F0A6A23-690D-47D3-A9CF-FE0742B328CE}" srcOrd="4" destOrd="0" presId="urn:microsoft.com/office/officeart/2008/layout/HorizontalMultiLevelHierarchy"/>
    <dgm:cxn modelId="{AFC8AF8C-1CF1-4AC5-8DB5-68A729841A21}" type="presParOf" srcId="{4F0A6A23-690D-47D3-A9CF-FE0742B328CE}" destId="{C18CA55B-24BC-47E3-BE00-721E0CB88917}" srcOrd="0" destOrd="0" presId="urn:microsoft.com/office/officeart/2008/layout/HorizontalMultiLevelHierarchy"/>
    <dgm:cxn modelId="{9923DE6A-FD20-4BD7-B611-AC8FB015902D}" type="presParOf" srcId="{86B950EB-34B2-466F-9073-8A9093FE3852}" destId="{03111243-2F22-4CFC-966D-BCA893631E24}" srcOrd="5" destOrd="0" presId="urn:microsoft.com/office/officeart/2008/layout/HorizontalMultiLevelHierarchy"/>
    <dgm:cxn modelId="{9C0A2633-44C2-4501-80C1-0984E40AAF29}" type="presParOf" srcId="{03111243-2F22-4CFC-966D-BCA893631E24}" destId="{E2E9BF89-6171-46E4-8D20-2ACA9BF8B716}" srcOrd="0" destOrd="0" presId="urn:microsoft.com/office/officeart/2008/layout/HorizontalMultiLevelHierarchy"/>
    <dgm:cxn modelId="{C968B95C-261A-4FCF-8FEE-1CBDEB76EA0C}" type="presParOf" srcId="{03111243-2F22-4CFC-966D-BCA893631E24}" destId="{C2F1B929-5C87-4692-B039-F2919B33ADFC}" srcOrd="1" destOrd="0" presId="urn:microsoft.com/office/officeart/2008/layout/HorizontalMultiLevelHierarchy"/>
    <dgm:cxn modelId="{C1FA599F-AF83-4FBB-BF31-7FABE0A497AC}" type="presParOf" srcId="{C2F1B929-5C87-4692-B039-F2919B33ADFC}" destId="{2EB254C5-5CB4-4BB5-B725-E3BD0467837F}" srcOrd="0" destOrd="0" presId="urn:microsoft.com/office/officeart/2008/layout/HorizontalMultiLevelHierarchy"/>
    <dgm:cxn modelId="{A061B6E3-4326-4AE0-9450-685AEEFBA711}" type="presParOf" srcId="{2EB254C5-5CB4-4BB5-B725-E3BD0467837F}" destId="{E0CDA480-8A28-4C04-8CFC-55E7D7AE912F}" srcOrd="0" destOrd="0" presId="urn:microsoft.com/office/officeart/2008/layout/HorizontalMultiLevelHierarchy"/>
    <dgm:cxn modelId="{BD4339E4-EFBA-4EF7-8E49-349B17A9DB44}" type="presParOf" srcId="{C2F1B929-5C87-4692-B039-F2919B33ADFC}" destId="{38C9FBCC-3363-4950-A49B-B3F54499A27B}" srcOrd="1" destOrd="0" presId="urn:microsoft.com/office/officeart/2008/layout/HorizontalMultiLevelHierarchy"/>
    <dgm:cxn modelId="{EA946CE0-E602-40F2-B07A-D4BB39334CBF}" type="presParOf" srcId="{38C9FBCC-3363-4950-A49B-B3F54499A27B}" destId="{14D816D5-9E28-4147-B2C1-BA8E8422C11B}" srcOrd="0" destOrd="0" presId="urn:microsoft.com/office/officeart/2008/layout/HorizontalMultiLevelHierarchy"/>
    <dgm:cxn modelId="{7CC14775-D3BA-444A-8EDE-BC7A0F64F4FC}" type="presParOf" srcId="{38C9FBCC-3363-4950-A49B-B3F54499A27B}" destId="{5C35A608-B150-46B7-8DBA-2604AF2CF3A3}" srcOrd="1" destOrd="0" presId="urn:microsoft.com/office/officeart/2008/layout/HorizontalMultiLevelHierarchy"/>
    <dgm:cxn modelId="{D93606E7-22B0-4A4A-BCFA-4084366654A5}" type="presParOf" srcId="{5C35A608-B150-46B7-8DBA-2604AF2CF3A3}" destId="{BF7CC3A2-7FEF-4FF1-8875-CFEF4626C65F}" srcOrd="0" destOrd="0" presId="urn:microsoft.com/office/officeart/2008/layout/HorizontalMultiLevelHierarchy"/>
    <dgm:cxn modelId="{AA39C45F-4CEE-41F8-B46F-12D733B83EB4}" type="presParOf" srcId="{BF7CC3A2-7FEF-4FF1-8875-CFEF4626C65F}" destId="{D330BE25-6782-4461-9C74-7B77A74C8510}" srcOrd="0" destOrd="0" presId="urn:microsoft.com/office/officeart/2008/layout/HorizontalMultiLevelHierarchy"/>
    <dgm:cxn modelId="{4EECA85F-9DD0-45FF-B357-B71B008C0E44}" type="presParOf" srcId="{5C35A608-B150-46B7-8DBA-2604AF2CF3A3}" destId="{393562FD-3B52-4C55-974D-0800888BB78A}" srcOrd="1" destOrd="0" presId="urn:microsoft.com/office/officeart/2008/layout/HorizontalMultiLevelHierarchy"/>
    <dgm:cxn modelId="{ADDDC277-B84B-47D2-B44B-B2A63D87953D}" type="presParOf" srcId="{393562FD-3B52-4C55-974D-0800888BB78A}" destId="{18CF1E5B-E0EF-4465-A616-6D14F65774A1}" srcOrd="0" destOrd="0" presId="urn:microsoft.com/office/officeart/2008/layout/HorizontalMultiLevelHierarchy"/>
    <dgm:cxn modelId="{ADEAAA43-4470-49B6-AA7C-D10713967612}" type="presParOf" srcId="{393562FD-3B52-4C55-974D-0800888BB78A}" destId="{E86B844F-7C39-4B95-81AB-F9619D4AE1C2}" srcOrd="1" destOrd="0" presId="urn:microsoft.com/office/officeart/2008/layout/HorizontalMultiLevelHierarchy"/>
    <dgm:cxn modelId="{313C50D5-B864-49B3-9D95-FE7E7B24E9C5}" type="presParOf" srcId="{5C35A608-B150-46B7-8DBA-2604AF2CF3A3}" destId="{0D4B45F0-E46A-451F-91D0-3062EE5F33ED}" srcOrd="2" destOrd="0" presId="urn:microsoft.com/office/officeart/2008/layout/HorizontalMultiLevelHierarchy"/>
    <dgm:cxn modelId="{A2545FBB-C4B7-4118-B895-59313AB5D586}" type="presParOf" srcId="{0D4B45F0-E46A-451F-91D0-3062EE5F33ED}" destId="{A84A7E22-DC59-4047-B3CB-6283BD576F91}" srcOrd="0" destOrd="0" presId="urn:microsoft.com/office/officeart/2008/layout/HorizontalMultiLevelHierarchy"/>
    <dgm:cxn modelId="{FF9EFD05-BDA3-467A-B2CA-01919881E81F}" type="presParOf" srcId="{5C35A608-B150-46B7-8DBA-2604AF2CF3A3}" destId="{11E74B99-0FDC-49B8-82E5-488F48FA5EE6}" srcOrd="3" destOrd="0" presId="urn:microsoft.com/office/officeart/2008/layout/HorizontalMultiLevelHierarchy"/>
    <dgm:cxn modelId="{0556D32B-413E-4A6A-954A-7334F11444E1}" type="presParOf" srcId="{11E74B99-0FDC-49B8-82E5-488F48FA5EE6}" destId="{E4B5820A-28F0-49DA-BA6F-F163F8330D3C}" srcOrd="0" destOrd="0" presId="urn:microsoft.com/office/officeart/2008/layout/HorizontalMultiLevelHierarchy"/>
    <dgm:cxn modelId="{B6F34DA4-BBD5-4D3E-BF88-42FF68964597}" type="presParOf" srcId="{11E74B99-0FDC-49B8-82E5-488F48FA5EE6}" destId="{3F493368-037E-4818-BF34-DA191B6877A4}" srcOrd="1" destOrd="0" presId="urn:microsoft.com/office/officeart/2008/layout/HorizontalMultiLevelHierarchy"/>
    <dgm:cxn modelId="{E0B4B1A4-E386-4585-B3E8-3C0EB8C5BD56}" type="presParOf" srcId="{5C35A608-B150-46B7-8DBA-2604AF2CF3A3}" destId="{47EC48F9-E2BC-4CEA-B4F1-ED4D4D53B2D1}" srcOrd="4" destOrd="0" presId="urn:microsoft.com/office/officeart/2008/layout/HorizontalMultiLevelHierarchy"/>
    <dgm:cxn modelId="{F1E1B93A-1764-43F0-B9BC-401DF33B4842}" type="presParOf" srcId="{47EC48F9-E2BC-4CEA-B4F1-ED4D4D53B2D1}" destId="{D36461B4-ABA1-4158-876E-00ED139FE358}" srcOrd="0" destOrd="0" presId="urn:microsoft.com/office/officeart/2008/layout/HorizontalMultiLevelHierarchy"/>
    <dgm:cxn modelId="{FCF6825C-CFE7-4C16-B342-E5745987C05A}" type="presParOf" srcId="{5C35A608-B150-46B7-8DBA-2604AF2CF3A3}" destId="{CC84B7F6-6130-44AE-AA5A-2F5AC7F31EB2}" srcOrd="5" destOrd="0" presId="urn:microsoft.com/office/officeart/2008/layout/HorizontalMultiLevelHierarchy"/>
    <dgm:cxn modelId="{4D9ABD09-BB88-45A7-AEED-1B7CD3E33F21}" type="presParOf" srcId="{CC84B7F6-6130-44AE-AA5A-2F5AC7F31EB2}" destId="{881476FC-01D5-4B44-9920-E5FF4520232E}" srcOrd="0" destOrd="0" presId="urn:microsoft.com/office/officeart/2008/layout/HorizontalMultiLevelHierarchy"/>
    <dgm:cxn modelId="{98BB9660-DDAB-450D-8753-D06799C8BDD3}" type="presParOf" srcId="{CC84B7F6-6130-44AE-AA5A-2F5AC7F31EB2}" destId="{4A17412C-5280-4C22-B335-57F4258A9694}" srcOrd="1" destOrd="0" presId="urn:microsoft.com/office/officeart/2008/layout/HorizontalMultiLevelHierarchy"/>
    <dgm:cxn modelId="{1E8E05C6-D728-45F5-B7D3-CCB14863AA31}" type="presParOf" srcId="{C2F1B929-5C87-4692-B039-F2919B33ADFC}" destId="{8BD9EEF0-EA7C-42EC-BDAC-F496CC909AC6}" srcOrd="2" destOrd="0" presId="urn:microsoft.com/office/officeart/2008/layout/HorizontalMultiLevelHierarchy"/>
    <dgm:cxn modelId="{92D017BB-CE72-4001-A61E-8204786C0F07}" type="presParOf" srcId="{8BD9EEF0-EA7C-42EC-BDAC-F496CC909AC6}" destId="{D92B7F3B-BDDB-44E2-A31B-DF32DD8B1FFD}" srcOrd="0" destOrd="0" presId="urn:microsoft.com/office/officeart/2008/layout/HorizontalMultiLevelHierarchy"/>
    <dgm:cxn modelId="{98FE9EFE-4942-46A6-9737-C704182973B8}" type="presParOf" srcId="{C2F1B929-5C87-4692-B039-F2919B33ADFC}" destId="{618025CB-5D9F-42AA-896B-ADE223790AB3}" srcOrd="3" destOrd="0" presId="urn:microsoft.com/office/officeart/2008/layout/HorizontalMultiLevelHierarchy"/>
    <dgm:cxn modelId="{01F4A16B-6F08-447E-A2BA-89CE5D51CB33}" type="presParOf" srcId="{618025CB-5D9F-42AA-896B-ADE223790AB3}" destId="{65A12CC8-F4A4-481D-B32B-799B2092E21F}" srcOrd="0" destOrd="0" presId="urn:microsoft.com/office/officeart/2008/layout/HorizontalMultiLevelHierarchy"/>
    <dgm:cxn modelId="{17D64519-733A-48CC-B4ED-9363D1516A28}" type="presParOf" srcId="{618025CB-5D9F-42AA-896B-ADE223790AB3}" destId="{5C0A99A4-679B-49C4-8E8D-55E7A7031F3C}" srcOrd="1" destOrd="0" presId="urn:microsoft.com/office/officeart/2008/layout/HorizontalMultiLevelHierarchy"/>
    <dgm:cxn modelId="{300E3AFA-8E79-482B-B61E-D337F4A2F1DB}" type="presParOf" srcId="{5C0A99A4-679B-49C4-8E8D-55E7A7031F3C}" destId="{9A1D7F8A-FCF9-49EA-88AA-6396B97A467C}" srcOrd="0" destOrd="0" presId="urn:microsoft.com/office/officeart/2008/layout/HorizontalMultiLevelHierarchy"/>
    <dgm:cxn modelId="{96A324A5-AA6B-4A4C-8B9F-876B5BD67952}" type="presParOf" srcId="{9A1D7F8A-FCF9-49EA-88AA-6396B97A467C}" destId="{C3D153D9-5927-40F0-9125-1103E0E84A8F}" srcOrd="0" destOrd="0" presId="urn:microsoft.com/office/officeart/2008/layout/HorizontalMultiLevelHierarchy"/>
    <dgm:cxn modelId="{7706559C-6BBC-461A-8FFD-8FE08E2FB0AA}" type="presParOf" srcId="{5C0A99A4-679B-49C4-8E8D-55E7A7031F3C}" destId="{B05FC131-7713-403D-8815-B8AB58BAD963}" srcOrd="1" destOrd="0" presId="urn:microsoft.com/office/officeart/2008/layout/HorizontalMultiLevelHierarchy"/>
    <dgm:cxn modelId="{7D59A75B-F96C-4922-85A3-9720C07FE5D7}" type="presParOf" srcId="{B05FC131-7713-403D-8815-B8AB58BAD963}" destId="{1F4E9B64-730D-49C9-9D73-96E610EF7E34}" srcOrd="0" destOrd="0" presId="urn:microsoft.com/office/officeart/2008/layout/HorizontalMultiLevelHierarchy"/>
    <dgm:cxn modelId="{494D687D-6C66-4D43-ACAA-BE03FE2B2242}" type="presParOf" srcId="{B05FC131-7713-403D-8815-B8AB58BAD963}" destId="{F2715BD8-8426-4723-9892-F41E96ABDF9E}" srcOrd="1" destOrd="0" presId="urn:microsoft.com/office/officeart/2008/layout/HorizontalMultiLevelHierarchy"/>
    <dgm:cxn modelId="{7A9CC020-4C07-40D2-8F95-AF81F9590F86}" type="presParOf" srcId="{5C0A99A4-679B-49C4-8E8D-55E7A7031F3C}" destId="{CB9636E4-A898-4DC6-95AF-D4AB77B0A6D3}" srcOrd="2" destOrd="0" presId="urn:microsoft.com/office/officeart/2008/layout/HorizontalMultiLevelHierarchy"/>
    <dgm:cxn modelId="{1967DFF0-8042-46BD-B397-920D58B7F31E}" type="presParOf" srcId="{CB9636E4-A898-4DC6-95AF-D4AB77B0A6D3}" destId="{629AC7A7-82FC-4537-9453-8694DF452492}" srcOrd="0" destOrd="0" presId="urn:microsoft.com/office/officeart/2008/layout/HorizontalMultiLevelHierarchy"/>
    <dgm:cxn modelId="{9054BED8-6AE8-4D65-A531-FCB0111C92D6}" type="presParOf" srcId="{5C0A99A4-679B-49C4-8E8D-55E7A7031F3C}" destId="{AC398CF8-6F2C-40BA-88BF-80A3D44ADF7F}" srcOrd="3" destOrd="0" presId="urn:microsoft.com/office/officeart/2008/layout/HorizontalMultiLevelHierarchy"/>
    <dgm:cxn modelId="{F6B7E87F-1B77-42EC-8F9D-B5C7C496FEC2}" type="presParOf" srcId="{AC398CF8-6F2C-40BA-88BF-80A3D44ADF7F}" destId="{2701E3F1-8BEF-471A-9065-27D964580C5F}" srcOrd="0" destOrd="0" presId="urn:microsoft.com/office/officeart/2008/layout/HorizontalMultiLevelHierarchy"/>
    <dgm:cxn modelId="{6181D969-252C-4DA7-AE15-2A168C2BC1E4}" type="presParOf" srcId="{AC398CF8-6F2C-40BA-88BF-80A3D44ADF7F}" destId="{4E863B09-F0E2-40D1-8933-17FB0C201435}" srcOrd="1" destOrd="0" presId="urn:microsoft.com/office/officeart/2008/layout/HorizontalMultiLevelHierarchy"/>
    <dgm:cxn modelId="{3C56D326-5588-4B2F-B16C-008F12691336}" type="presParOf" srcId="{C2F1B929-5C87-4692-B039-F2919B33ADFC}" destId="{4DF77B36-C6A3-4657-BB89-598C9CE6289A}" srcOrd="4" destOrd="0" presId="urn:microsoft.com/office/officeart/2008/layout/HorizontalMultiLevelHierarchy"/>
    <dgm:cxn modelId="{17CC4B93-FF8F-4D61-B70A-2BBAD4F1D3A0}" type="presParOf" srcId="{4DF77B36-C6A3-4657-BB89-598C9CE6289A}" destId="{D3ED1586-33BC-484B-ABD9-FDF662115BC4}" srcOrd="0" destOrd="0" presId="urn:microsoft.com/office/officeart/2008/layout/HorizontalMultiLevelHierarchy"/>
    <dgm:cxn modelId="{BCDCA7DC-F9E3-4F89-A050-87460D4FDDA4}" type="presParOf" srcId="{C2F1B929-5C87-4692-B039-F2919B33ADFC}" destId="{8BC31420-B654-4949-A43E-624811AA824F}" srcOrd="5" destOrd="0" presId="urn:microsoft.com/office/officeart/2008/layout/HorizontalMultiLevelHierarchy"/>
    <dgm:cxn modelId="{E1C7E714-E075-445E-91A3-438501540C6E}" type="presParOf" srcId="{8BC31420-B654-4949-A43E-624811AA824F}" destId="{9FBCDCEA-11F0-4BDB-AA1D-FABDE0E3E91A}" srcOrd="0" destOrd="0" presId="urn:microsoft.com/office/officeart/2008/layout/HorizontalMultiLevelHierarchy"/>
    <dgm:cxn modelId="{F19E9468-5689-4EA3-881E-E87192152920}" type="presParOf" srcId="{8BC31420-B654-4949-A43E-624811AA824F}" destId="{D45AD2B5-90F6-4A40-8EFC-1F903935F29B}" srcOrd="1" destOrd="0" presId="urn:microsoft.com/office/officeart/2008/layout/HorizontalMultiLevelHierarchy"/>
    <dgm:cxn modelId="{C1F85F2B-9E89-4A86-B80B-D7036F50762A}" type="presParOf" srcId="{D45AD2B5-90F6-4A40-8EFC-1F903935F29B}" destId="{EED8B05F-1B99-4E2C-94C6-35F728B539B1}" srcOrd="0" destOrd="0" presId="urn:microsoft.com/office/officeart/2008/layout/HorizontalMultiLevelHierarchy"/>
    <dgm:cxn modelId="{EF5FD8B3-5B37-40FD-9B2C-4DA7AA46FA31}" type="presParOf" srcId="{EED8B05F-1B99-4E2C-94C6-35F728B539B1}" destId="{27144C01-E62B-46A1-82EB-CACE172D7523}" srcOrd="0" destOrd="0" presId="urn:microsoft.com/office/officeart/2008/layout/HorizontalMultiLevelHierarchy"/>
    <dgm:cxn modelId="{D7808E54-84D7-47FB-8086-9C700E164213}" type="presParOf" srcId="{D45AD2B5-90F6-4A40-8EFC-1F903935F29B}" destId="{306486EF-8806-48FC-A268-C6122BBAB1A5}" srcOrd="1" destOrd="0" presId="urn:microsoft.com/office/officeart/2008/layout/HorizontalMultiLevelHierarchy"/>
    <dgm:cxn modelId="{BEB595FB-BDEF-49F8-A542-9A2319AA53CF}" type="presParOf" srcId="{306486EF-8806-48FC-A268-C6122BBAB1A5}" destId="{CBF68269-D891-46AF-AB99-1AE647BD5FEA}" srcOrd="0" destOrd="0" presId="urn:microsoft.com/office/officeart/2008/layout/HorizontalMultiLevelHierarchy"/>
    <dgm:cxn modelId="{A3C82BA4-0B01-4264-9683-E5BE1951CE86}" type="presParOf" srcId="{306486EF-8806-48FC-A268-C6122BBAB1A5}" destId="{F5F4A784-0910-411A-A73E-ACCD4C617654}" srcOrd="1" destOrd="0" presId="urn:microsoft.com/office/officeart/2008/layout/HorizontalMultiLevelHierarchy"/>
    <dgm:cxn modelId="{DE81E099-1331-4F5F-987E-89F44E18A823}" type="presParOf" srcId="{F5F4A784-0910-411A-A73E-ACCD4C617654}" destId="{A1DCCEDD-76DB-4AD4-9BC0-C4A77DBD8630}" srcOrd="0" destOrd="0" presId="urn:microsoft.com/office/officeart/2008/layout/HorizontalMultiLevelHierarchy"/>
    <dgm:cxn modelId="{8994A52E-7CC5-497D-8EEB-187A6A752684}" type="presParOf" srcId="{A1DCCEDD-76DB-4AD4-9BC0-C4A77DBD8630}" destId="{049156C2-A60F-49CF-A4CA-992595604BD9}" srcOrd="0" destOrd="0" presId="urn:microsoft.com/office/officeart/2008/layout/HorizontalMultiLevelHierarchy"/>
    <dgm:cxn modelId="{438B3ED7-60E2-4BF6-B660-5DC708989DF1}" type="presParOf" srcId="{F5F4A784-0910-411A-A73E-ACCD4C617654}" destId="{37682B68-37D8-4A41-B981-74597AEE740F}" srcOrd="1" destOrd="0" presId="urn:microsoft.com/office/officeart/2008/layout/HorizontalMultiLevelHierarchy"/>
    <dgm:cxn modelId="{786D1C85-B62B-4C7E-A387-0BE2D309DD90}" type="presParOf" srcId="{37682B68-37D8-4A41-B981-74597AEE740F}" destId="{212B3FF7-6187-433B-80DD-2E96632593BE}" srcOrd="0" destOrd="0" presId="urn:microsoft.com/office/officeart/2008/layout/HorizontalMultiLevelHierarchy"/>
    <dgm:cxn modelId="{8137D1AE-5103-4316-B033-31DE789A76E4}" type="presParOf" srcId="{37682B68-37D8-4A41-B981-74597AEE740F}" destId="{C5B9C75C-A30D-4686-A648-320CB6312922}" srcOrd="1" destOrd="0" presId="urn:microsoft.com/office/officeart/2008/layout/HorizontalMultiLevelHierarchy"/>
    <dgm:cxn modelId="{9ABAE152-FC43-4A49-ACA8-B8735FCF0FA1}" type="presParOf" srcId="{F5F4A784-0910-411A-A73E-ACCD4C617654}" destId="{1A58589C-30AD-4C9A-9277-F2EA72E83EE1}" srcOrd="2" destOrd="0" presId="urn:microsoft.com/office/officeart/2008/layout/HorizontalMultiLevelHierarchy"/>
    <dgm:cxn modelId="{3246370E-7826-4591-B5A6-8BD1692C4D69}" type="presParOf" srcId="{1A58589C-30AD-4C9A-9277-F2EA72E83EE1}" destId="{676913DE-59B4-46DE-B696-655F49786D06}" srcOrd="0" destOrd="0" presId="urn:microsoft.com/office/officeart/2008/layout/HorizontalMultiLevelHierarchy"/>
    <dgm:cxn modelId="{9380AC88-1302-42C9-A324-1C3685D63900}" type="presParOf" srcId="{F5F4A784-0910-411A-A73E-ACCD4C617654}" destId="{78957AAB-7AF2-46FE-AFFD-8BE57B24D06E}" srcOrd="3" destOrd="0" presId="urn:microsoft.com/office/officeart/2008/layout/HorizontalMultiLevelHierarchy"/>
    <dgm:cxn modelId="{F77B2AAF-7C77-488A-964F-B4D059CC1123}" type="presParOf" srcId="{78957AAB-7AF2-46FE-AFFD-8BE57B24D06E}" destId="{01069ED2-9041-49DC-95B9-52DB2486E4E9}" srcOrd="0" destOrd="0" presId="urn:microsoft.com/office/officeart/2008/layout/HorizontalMultiLevelHierarchy"/>
    <dgm:cxn modelId="{413707BF-AFA0-4BA4-8FCD-02E24A2D5034}" type="presParOf" srcId="{78957AAB-7AF2-46FE-AFFD-8BE57B24D06E}" destId="{EBC91550-F5D3-44C2-9551-9483F196B584}" srcOrd="1" destOrd="0" presId="urn:microsoft.com/office/officeart/2008/layout/HorizontalMultiLevelHierarchy"/>
    <dgm:cxn modelId="{76D8CD6F-DF33-40E9-956A-23AF8F54DA0D}" type="presParOf" srcId="{F5F4A784-0910-411A-A73E-ACCD4C617654}" destId="{0CC933B8-7A8B-446E-8AA1-D167F5D92B00}" srcOrd="4" destOrd="0" presId="urn:microsoft.com/office/officeart/2008/layout/HorizontalMultiLevelHierarchy"/>
    <dgm:cxn modelId="{56429064-B988-4241-8DB4-20BD0DE44EB5}" type="presParOf" srcId="{0CC933B8-7A8B-446E-8AA1-D167F5D92B00}" destId="{10A1EB85-8990-48AC-AAC7-2E136C4D1114}" srcOrd="0" destOrd="0" presId="urn:microsoft.com/office/officeart/2008/layout/HorizontalMultiLevelHierarchy"/>
    <dgm:cxn modelId="{390D0CA6-4597-4B14-83E8-F9F3FF0D4D64}" type="presParOf" srcId="{F5F4A784-0910-411A-A73E-ACCD4C617654}" destId="{383A5370-535E-47FD-9700-578486804329}" srcOrd="5" destOrd="0" presId="urn:microsoft.com/office/officeart/2008/layout/HorizontalMultiLevelHierarchy"/>
    <dgm:cxn modelId="{A253A0C3-CB82-4BD8-8DCE-DFF9A784C0E7}" type="presParOf" srcId="{383A5370-535E-47FD-9700-578486804329}" destId="{290A8424-4D0A-4E43-8169-AE8DD1231D41}" srcOrd="0" destOrd="0" presId="urn:microsoft.com/office/officeart/2008/layout/HorizontalMultiLevelHierarchy"/>
    <dgm:cxn modelId="{ED4CD036-6A23-46AB-99FF-9CC3F9D05201}" type="presParOf" srcId="{383A5370-535E-47FD-9700-578486804329}" destId="{8EAC5F90-959C-4F8F-8ACD-B3EA1442B3D4}" srcOrd="1" destOrd="0" presId="urn:microsoft.com/office/officeart/2008/layout/HorizontalMultiLevelHierarchy"/>
    <dgm:cxn modelId="{A65B239D-B62C-4725-A14E-B2DE2778ADE2}" type="presParOf" srcId="{D45AD2B5-90F6-4A40-8EFC-1F903935F29B}" destId="{62980B30-1A77-42E9-9896-2E02D26A9321}" srcOrd="2" destOrd="0" presId="urn:microsoft.com/office/officeart/2008/layout/HorizontalMultiLevelHierarchy"/>
    <dgm:cxn modelId="{7C01F3F9-6F4B-4E5D-ACDA-C841D0FB9ADA}" type="presParOf" srcId="{62980B30-1A77-42E9-9896-2E02D26A9321}" destId="{5EE06688-561D-434A-9B6D-E4FFC1D896B9}" srcOrd="0" destOrd="0" presId="urn:microsoft.com/office/officeart/2008/layout/HorizontalMultiLevelHierarchy"/>
    <dgm:cxn modelId="{EA42760B-5243-47B6-905C-BDF15CB66BC0}" type="presParOf" srcId="{D45AD2B5-90F6-4A40-8EFC-1F903935F29B}" destId="{52A1C08B-E796-4457-86AA-91CD3827CAF3}" srcOrd="3" destOrd="0" presId="urn:microsoft.com/office/officeart/2008/layout/HorizontalMultiLevelHierarchy"/>
    <dgm:cxn modelId="{49298F7E-3C24-4052-8F81-FBE14592A9D5}" type="presParOf" srcId="{52A1C08B-E796-4457-86AA-91CD3827CAF3}" destId="{C8057641-544B-48C1-827F-A488F01D6A50}" srcOrd="0" destOrd="0" presId="urn:microsoft.com/office/officeart/2008/layout/HorizontalMultiLevelHierarchy"/>
    <dgm:cxn modelId="{FED82606-3B0B-4AFB-9876-A3E4175BB0AF}" type="presParOf" srcId="{52A1C08B-E796-4457-86AA-91CD3827CAF3}" destId="{BBECFAA9-FC39-44D0-B6CC-C88802DC1A1D}" srcOrd="1" destOrd="0" presId="urn:microsoft.com/office/officeart/2008/layout/HorizontalMultiLevelHierarchy"/>
    <dgm:cxn modelId="{781DC3D7-3705-4BC2-ADDC-478BACC05771}" type="presParOf" srcId="{BBECFAA9-FC39-44D0-B6CC-C88802DC1A1D}" destId="{8F49A915-E435-43B5-80E2-960083CD8FE3}" srcOrd="0" destOrd="0" presId="urn:microsoft.com/office/officeart/2008/layout/HorizontalMultiLevelHierarchy"/>
    <dgm:cxn modelId="{6B9E6301-217D-414F-A942-C74342C4284C}" type="presParOf" srcId="{8F49A915-E435-43B5-80E2-960083CD8FE3}" destId="{86F9B1E3-1B28-4057-B9CD-05FAA6390F25}" srcOrd="0" destOrd="0" presId="urn:microsoft.com/office/officeart/2008/layout/HorizontalMultiLevelHierarchy"/>
    <dgm:cxn modelId="{511851F9-0951-4FC3-BD71-6E4DE8BDB584}" type="presParOf" srcId="{BBECFAA9-FC39-44D0-B6CC-C88802DC1A1D}" destId="{16AE7180-1778-4775-9A2B-A8FF2C8311DC}" srcOrd="1" destOrd="0" presId="urn:microsoft.com/office/officeart/2008/layout/HorizontalMultiLevelHierarchy"/>
    <dgm:cxn modelId="{F65C41CA-88A9-41C8-A8D1-9DB70AA372B0}" type="presParOf" srcId="{16AE7180-1778-4775-9A2B-A8FF2C8311DC}" destId="{485468C6-3E2D-4361-AFD6-5A27174BEB9E}" srcOrd="0" destOrd="0" presId="urn:microsoft.com/office/officeart/2008/layout/HorizontalMultiLevelHierarchy"/>
    <dgm:cxn modelId="{07B554F2-A2EC-40BE-ACE9-4FA9AA20E517}" type="presParOf" srcId="{16AE7180-1778-4775-9A2B-A8FF2C8311DC}" destId="{A15B9761-7C24-4985-8870-160D77B2CD08}" srcOrd="1" destOrd="0" presId="urn:microsoft.com/office/officeart/2008/layout/HorizontalMultiLevelHierarchy"/>
    <dgm:cxn modelId="{E3BC01BE-2100-43FA-967F-236FAD7826B0}" type="presParOf" srcId="{BBECFAA9-FC39-44D0-B6CC-C88802DC1A1D}" destId="{E00AFBE4-4094-4025-BD93-6C0A8AB757FF}" srcOrd="2" destOrd="0" presId="urn:microsoft.com/office/officeart/2008/layout/HorizontalMultiLevelHierarchy"/>
    <dgm:cxn modelId="{622AEF97-E774-4CF3-846A-3466C97AC7CE}" type="presParOf" srcId="{E00AFBE4-4094-4025-BD93-6C0A8AB757FF}" destId="{4695D895-9E81-4BE4-9F01-3B5A94B920E3}" srcOrd="0" destOrd="0" presId="urn:microsoft.com/office/officeart/2008/layout/HorizontalMultiLevelHierarchy"/>
    <dgm:cxn modelId="{8CB7B826-15A4-499E-8A76-1EECAEFBB8C3}" type="presParOf" srcId="{BBECFAA9-FC39-44D0-B6CC-C88802DC1A1D}" destId="{5CE97DBB-073E-4DA2-B969-D2E89DF13898}" srcOrd="3" destOrd="0" presId="urn:microsoft.com/office/officeart/2008/layout/HorizontalMultiLevelHierarchy"/>
    <dgm:cxn modelId="{B7B123BE-DBBD-43CE-8D2D-15C1CBE3D725}" type="presParOf" srcId="{5CE97DBB-073E-4DA2-B969-D2E89DF13898}" destId="{64CE5E9A-6C27-4A76-811C-4E04AFFFD2A0}" srcOrd="0" destOrd="0" presId="urn:microsoft.com/office/officeart/2008/layout/HorizontalMultiLevelHierarchy"/>
    <dgm:cxn modelId="{F4F11F90-B20F-4A14-AFFF-BCC4B73B10A9}" type="presParOf" srcId="{5CE97DBB-073E-4DA2-B969-D2E89DF13898}" destId="{A56A2C7C-EB29-4D6D-A8BC-8387C38C05ED}" srcOrd="1" destOrd="0" presId="urn:microsoft.com/office/officeart/2008/layout/HorizontalMultiLevelHierarchy"/>
    <dgm:cxn modelId="{34CEB569-BDF8-4B54-9845-9001A7252308}" type="presParOf" srcId="{BBECFAA9-FC39-44D0-B6CC-C88802DC1A1D}" destId="{CE45919D-5300-4410-9464-E4041CB0CB4A}" srcOrd="4" destOrd="0" presId="urn:microsoft.com/office/officeart/2008/layout/HorizontalMultiLevelHierarchy"/>
    <dgm:cxn modelId="{0F5F0CC4-73C6-46D7-AA85-3BEFCDF0E383}" type="presParOf" srcId="{CE45919D-5300-4410-9464-E4041CB0CB4A}" destId="{08489075-6EC1-44F8-9AED-5A091C450AF6}" srcOrd="0" destOrd="0" presId="urn:microsoft.com/office/officeart/2008/layout/HorizontalMultiLevelHierarchy"/>
    <dgm:cxn modelId="{5F19BB80-1F38-482A-AD7E-204D01F7C529}" type="presParOf" srcId="{BBECFAA9-FC39-44D0-B6CC-C88802DC1A1D}" destId="{290558C1-302B-4453-B58F-374F17FF3B9B}" srcOrd="5" destOrd="0" presId="urn:microsoft.com/office/officeart/2008/layout/HorizontalMultiLevelHierarchy"/>
    <dgm:cxn modelId="{31689D5F-E7AD-4F53-A42A-8306B6D421C4}" type="presParOf" srcId="{290558C1-302B-4453-B58F-374F17FF3B9B}" destId="{1F3BAAAC-30A4-43C1-80AC-4D3DBBB7750F}" srcOrd="0" destOrd="0" presId="urn:microsoft.com/office/officeart/2008/layout/HorizontalMultiLevelHierarchy"/>
    <dgm:cxn modelId="{3ECA84FF-EFCE-432A-B710-A3E1518027E3}" type="presParOf" srcId="{290558C1-302B-4453-B58F-374F17FF3B9B}" destId="{79819F63-3EA2-4823-AF02-28E1E2AEE9D8}" srcOrd="1" destOrd="0" presId="urn:microsoft.com/office/officeart/2008/layout/HorizontalMultiLevelHierarchy"/>
    <dgm:cxn modelId="{F739B120-0D10-4434-B7E7-FCF5021E8A3C}" type="presParOf" srcId="{86B950EB-34B2-466F-9073-8A9093FE3852}" destId="{B9B14903-7F5A-430B-971C-EDDDF92871C3}" srcOrd="6" destOrd="0" presId="urn:microsoft.com/office/officeart/2008/layout/HorizontalMultiLevelHierarchy"/>
    <dgm:cxn modelId="{DBFE9917-EB7D-4AFE-B620-A1632F87BE2D}" type="presParOf" srcId="{B9B14903-7F5A-430B-971C-EDDDF92871C3}" destId="{2CC44387-2BB9-4FFA-A290-6A4A5EDF32A4}" srcOrd="0" destOrd="0" presId="urn:microsoft.com/office/officeart/2008/layout/HorizontalMultiLevelHierarchy"/>
    <dgm:cxn modelId="{98B52051-B2E8-4A0A-BB56-48DA4C5A55EA}" type="presParOf" srcId="{86B950EB-34B2-466F-9073-8A9093FE3852}" destId="{71147DE6-6ADE-43CD-858F-F98C9A579C0A}" srcOrd="7" destOrd="0" presId="urn:microsoft.com/office/officeart/2008/layout/HorizontalMultiLevelHierarchy"/>
    <dgm:cxn modelId="{6AFB3704-1EBA-4B36-8943-20D0A151FB71}" type="presParOf" srcId="{71147DE6-6ADE-43CD-858F-F98C9A579C0A}" destId="{A660373F-58DC-4560-9937-58AC557104B0}" srcOrd="0" destOrd="0" presId="urn:microsoft.com/office/officeart/2008/layout/HorizontalMultiLevelHierarchy"/>
    <dgm:cxn modelId="{2E740806-DC38-4287-9563-4061C9B13406}" type="presParOf" srcId="{71147DE6-6ADE-43CD-858F-F98C9A579C0A}" destId="{930C5122-B085-446F-8BF5-D144E141C01F}" srcOrd="1" destOrd="0" presId="urn:microsoft.com/office/officeart/2008/layout/HorizontalMultiLevelHierarchy"/>
    <dgm:cxn modelId="{B94C289F-EBC5-4726-AF7D-292F8E912026}" type="presParOf" srcId="{930C5122-B085-446F-8BF5-D144E141C01F}" destId="{9F37D270-9DF7-4A3B-A33B-49DBCF917C77}" srcOrd="0" destOrd="0" presId="urn:microsoft.com/office/officeart/2008/layout/HorizontalMultiLevelHierarchy"/>
    <dgm:cxn modelId="{0BCDC695-2406-448B-8A4C-A48251030B8F}" type="presParOf" srcId="{9F37D270-9DF7-4A3B-A33B-49DBCF917C77}" destId="{25FF9314-53EF-4FAA-9DFC-C6A922367261}" srcOrd="0" destOrd="0" presId="urn:microsoft.com/office/officeart/2008/layout/HorizontalMultiLevelHierarchy"/>
    <dgm:cxn modelId="{A5E712CB-FCC8-45E3-ABF0-CDEE393A51D7}" type="presParOf" srcId="{930C5122-B085-446F-8BF5-D144E141C01F}" destId="{D8A49A93-7CC6-4CF6-8411-49575A15BD71}" srcOrd="1" destOrd="0" presId="urn:microsoft.com/office/officeart/2008/layout/HorizontalMultiLevelHierarchy"/>
    <dgm:cxn modelId="{B3746016-6A4A-41DE-B957-1B032936FDE7}" type="presParOf" srcId="{D8A49A93-7CC6-4CF6-8411-49575A15BD71}" destId="{A03DC2FC-0105-41F2-8AA0-DE271D568108}" srcOrd="0" destOrd="0" presId="urn:microsoft.com/office/officeart/2008/layout/HorizontalMultiLevelHierarchy"/>
    <dgm:cxn modelId="{875A31D6-A0A6-44DE-96CF-0EB0D9140859}" type="presParOf" srcId="{D8A49A93-7CC6-4CF6-8411-49575A15BD71}" destId="{19C0208A-3564-4BB2-AC07-6183C4E85CD4}" srcOrd="1" destOrd="0" presId="urn:microsoft.com/office/officeart/2008/layout/HorizontalMultiLevelHierarchy"/>
    <dgm:cxn modelId="{5BF32D9E-2186-4FD0-AB52-2041673940F8}" type="presParOf" srcId="{19C0208A-3564-4BB2-AC07-6183C4E85CD4}" destId="{88F9FE74-B8F1-44A0-9FAD-3D2771214F39}" srcOrd="0" destOrd="0" presId="urn:microsoft.com/office/officeart/2008/layout/HorizontalMultiLevelHierarchy"/>
    <dgm:cxn modelId="{1249A444-FA6D-437B-AE1B-872739AC62E3}" type="presParOf" srcId="{88F9FE74-B8F1-44A0-9FAD-3D2771214F39}" destId="{848A341C-AC87-4087-990C-6BEB4966CA99}" srcOrd="0" destOrd="0" presId="urn:microsoft.com/office/officeart/2008/layout/HorizontalMultiLevelHierarchy"/>
    <dgm:cxn modelId="{A5746196-A378-4B61-8EAA-98F6689465D9}" type="presParOf" srcId="{19C0208A-3564-4BB2-AC07-6183C4E85CD4}" destId="{116F6A43-6F87-4FAF-A389-C3DAA78C633F}" srcOrd="1" destOrd="0" presId="urn:microsoft.com/office/officeart/2008/layout/HorizontalMultiLevelHierarchy"/>
    <dgm:cxn modelId="{EE4184D9-D775-4063-BEF8-4E08B7628ABE}" type="presParOf" srcId="{116F6A43-6F87-4FAF-A389-C3DAA78C633F}" destId="{86806170-5214-4BDB-9211-568AE9FFB44D}" srcOrd="0" destOrd="0" presId="urn:microsoft.com/office/officeart/2008/layout/HorizontalMultiLevelHierarchy"/>
    <dgm:cxn modelId="{14E5A7E3-8911-4FD0-BEC6-A18237C6BF7F}" type="presParOf" srcId="{116F6A43-6F87-4FAF-A389-C3DAA78C633F}" destId="{A35EB28D-C999-4585-B224-57A0D4D71288}" srcOrd="1" destOrd="0" presId="urn:microsoft.com/office/officeart/2008/layout/HorizontalMultiLevelHierarchy"/>
    <dgm:cxn modelId="{0D2FE3EC-1E47-4A90-A7A5-71B2E465ACE2}" type="presParOf" srcId="{19C0208A-3564-4BB2-AC07-6183C4E85CD4}" destId="{E2BCC78E-2995-4878-A84D-7B65B132FD6C}" srcOrd="2" destOrd="0" presId="urn:microsoft.com/office/officeart/2008/layout/HorizontalMultiLevelHierarchy"/>
    <dgm:cxn modelId="{5CCBAC16-65C6-46B5-B955-19F2246CD145}" type="presParOf" srcId="{E2BCC78E-2995-4878-A84D-7B65B132FD6C}" destId="{5AEA1166-CBE3-43C0-814B-37FA621DC5C3}" srcOrd="0" destOrd="0" presId="urn:microsoft.com/office/officeart/2008/layout/HorizontalMultiLevelHierarchy"/>
    <dgm:cxn modelId="{7C779DE0-7648-481D-BFDB-68C11CC8C69F}" type="presParOf" srcId="{19C0208A-3564-4BB2-AC07-6183C4E85CD4}" destId="{C308D665-3840-49E7-A606-CFD0D656D42E}" srcOrd="3" destOrd="0" presId="urn:microsoft.com/office/officeart/2008/layout/HorizontalMultiLevelHierarchy"/>
    <dgm:cxn modelId="{4546CE9B-C38E-4F3B-AE77-2422C99A0311}" type="presParOf" srcId="{C308D665-3840-49E7-A606-CFD0D656D42E}" destId="{8C279744-5332-4C4B-AEA2-A0B2127491E1}" srcOrd="0" destOrd="0" presId="urn:microsoft.com/office/officeart/2008/layout/HorizontalMultiLevelHierarchy"/>
    <dgm:cxn modelId="{E9D02D63-CD87-42F6-BB61-88390E63CCBA}" type="presParOf" srcId="{C308D665-3840-49E7-A606-CFD0D656D42E}" destId="{46B8376B-EDAE-49D5-9E16-841867EA4B01}" srcOrd="1" destOrd="0" presId="urn:microsoft.com/office/officeart/2008/layout/HorizontalMultiLevelHierarchy"/>
    <dgm:cxn modelId="{9AF23DB0-FE22-447B-9432-553CB7ACE7CA}" type="presParOf" srcId="{19C0208A-3564-4BB2-AC07-6183C4E85CD4}" destId="{0D4F087B-7129-45BD-B8A7-6BDF2AD77F33}" srcOrd="4" destOrd="0" presId="urn:microsoft.com/office/officeart/2008/layout/HorizontalMultiLevelHierarchy"/>
    <dgm:cxn modelId="{722FEC48-85B5-4CAA-B504-EA07723849CA}" type="presParOf" srcId="{0D4F087B-7129-45BD-B8A7-6BDF2AD77F33}" destId="{1982C595-5B90-4B85-ABEF-4CF7046EF1C7}" srcOrd="0" destOrd="0" presId="urn:microsoft.com/office/officeart/2008/layout/HorizontalMultiLevelHierarchy"/>
    <dgm:cxn modelId="{414040A4-4142-4C89-AD17-8FC586AA3945}" type="presParOf" srcId="{19C0208A-3564-4BB2-AC07-6183C4E85CD4}" destId="{74E24B39-A555-494D-83EE-221C58FEA7F7}" srcOrd="5" destOrd="0" presId="urn:microsoft.com/office/officeart/2008/layout/HorizontalMultiLevelHierarchy"/>
    <dgm:cxn modelId="{3057E213-BC12-4039-BE77-7F42C1DDF9A0}" type="presParOf" srcId="{74E24B39-A555-494D-83EE-221C58FEA7F7}" destId="{C06A69F9-01A1-4BE7-9605-214F0A7006DD}" srcOrd="0" destOrd="0" presId="urn:microsoft.com/office/officeart/2008/layout/HorizontalMultiLevelHierarchy"/>
    <dgm:cxn modelId="{F336AF3D-EACF-44CA-97C6-C67939273B80}" type="presParOf" srcId="{74E24B39-A555-494D-83EE-221C58FEA7F7}" destId="{752B9B3C-10F1-4C99-9782-3401476B84EC}" srcOrd="1" destOrd="0" presId="urn:microsoft.com/office/officeart/2008/layout/HorizontalMultiLevelHierarchy"/>
    <dgm:cxn modelId="{D036F591-8A69-4376-A19A-B9E549BBB8EB}" type="presParOf" srcId="{930C5122-B085-446F-8BF5-D144E141C01F}" destId="{2387DBA3-923C-46B8-B4EB-F263484FFC97}" srcOrd="2" destOrd="0" presId="urn:microsoft.com/office/officeart/2008/layout/HorizontalMultiLevelHierarchy"/>
    <dgm:cxn modelId="{83BC94D5-B7E6-41DB-A6A5-886063BA96F1}" type="presParOf" srcId="{2387DBA3-923C-46B8-B4EB-F263484FFC97}" destId="{B0CA92BF-2C94-4AA2-8300-0989342CD087}" srcOrd="0" destOrd="0" presId="urn:microsoft.com/office/officeart/2008/layout/HorizontalMultiLevelHierarchy"/>
    <dgm:cxn modelId="{20D6E2EC-651C-4880-8E86-5722497D6C0B}" type="presParOf" srcId="{930C5122-B085-446F-8BF5-D144E141C01F}" destId="{530E1305-3A56-48CF-9DCF-9D16FD8EA02C}" srcOrd="3" destOrd="0" presId="urn:microsoft.com/office/officeart/2008/layout/HorizontalMultiLevelHierarchy"/>
    <dgm:cxn modelId="{490510A3-A0E2-4F72-988D-B8CFC6C4456E}" type="presParOf" srcId="{530E1305-3A56-48CF-9DCF-9D16FD8EA02C}" destId="{F68A682A-0E60-4295-BA28-9D959B58119C}" srcOrd="0" destOrd="0" presId="urn:microsoft.com/office/officeart/2008/layout/HorizontalMultiLevelHierarchy"/>
    <dgm:cxn modelId="{1B051278-7EED-4080-9788-78CAA8C87187}" type="presParOf" srcId="{530E1305-3A56-48CF-9DCF-9D16FD8EA02C}" destId="{4EFF3AA7-5EC7-4102-9904-B5ADBECF380A}" srcOrd="1" destOrd="0" presId="urn:microsoft.com/office/officeart/2008/layout/HorizontalMultiLevelHierarchy"/>
    <dgm:cxn modelId="{FF6A0C52-8727-4381-8762-6D20CBBCABF5}" type="presParOf" srcId="{930C5122-B085-446F-8BF5-D144E141C01F}" destId="{7BBEFF53-0BD0-40BD-98EC-95648EEC71B8}" srcOrd="4" destOrd="0" presId="urn:microsoft.com/office/officeart/2008/layout/HorizontalMultiLevelHierarchy"/>
    <dgm:cxn modelId="{0B3103F1-1322-4B38-A42C-AE616F4687CB}" type="presParOf" srcId="{7BBEFF53-0BD0-40BD-98EC-95648EEC71B8}" destId="{788AE160-4C14-430E-A83D-321C4E5E30DC}" srcOrd="0" destOrd="0" presId="urn:microsoft.com/office/officeart/2008/layout/HorizontalMultiLevelHierarchy"/>
    <dgm:cxn modelId="{9FC4DF6E-F3C4-42BE-92A4-1417E3F47E12}" type="presParOf" srcId="{930C5122-B085-446F-8BF5-D144E141C01F}" destId="{38F46867-E6FD-4B44-9872-63A5F5B9AA82}" srcOrd="5" destOrd="0" presId="urn:microsoft.com/office/officeart/2008/layout/HorizontalMultiLevelHierarchy"/>
    <dgm:cxn modelId="{FD2BCB6C-7D64-4D26-9DFF-38E07B183680}" type="presParOf" srcId="{38F46867-E6FD-4B44-9872-63A5F5B9AA82}" destId="{7337E9F0-BEEB-40C1-82B0-6E31725701D9}" srcOrd="0" destOrd="0" presId="urn:microsoft.com/office/officeart/2008/layout/HorizontalMultiLevelHierarchy"/>
    <dgm:cxn modelId="{01575DB1-A02F-42FC-BB10-2C97BB399C15}" type="presParOf" srcId="{38F46867-E6FD-4B44-9872-63A5F5B9AA82}" destId="{6AE8FE8C-DC9D-49C0-B909-B14780B87F7D}" srcOrd="1" destOrd="0" presId="urn:microsoft.com/office/officeart/2008/layout/HorizontalMultiLevelHierarchy"/>
    <dgm:cxn modelId="{B430B628-101F-46BF-9FA6-D58929AEED86}" type="presParOf" srcId="{6AE8FE8C-DC9D-49C0-B909-B14780B87F7D}" destId="{70FB7C8F-5984-42DF-94BD-28306FD70381}" srcOrd="0" destOrd="0" presId="urn:microsoft.com/office/officeart/2008/layout/HorizontalMultiLevelHierarchy"/>
    <dgm:cxn modelId="{89C92B24-AF91-4B66-A489-D6EA8C767C80}" type="presParOf" srcId="{70FB7C8F-5984-42DF-94BD-28306FD70381}" destId="{FB154294-DDE5-4970-B616-940D33C91CD0}" srcOrd="0" destOrd="0" presId="urn:microsoft.com/office/officeart/2008/layout/HorizontalMultiLevelHierarchy"/>
    <dgm:cxn modelId="{4E9862C2-C417-4FC6-9B52-F327D34D5A5A}" type="presParOf" srcId="{6AE8FE8C-DC9D-49C0-B909-B14780B87F7D}" destId="{58D18727-D293-4BE3-BF4C-0643ACAAB345}" srcOrd="1" destOrd="0" presId="urn:microsoft.com/office/officeart/2008/layout/HorizontalMultiLevelHierarchy"/>
    <dgm:cxn modelId="{0A28053B-9A0F-4040-9CF5-F7D97B91C7E1}" type="presParOf" srcId="{58D18727-D293-4BE3-BF4C-0643ACAAB345}" destId="{158A25C6-B2CE-42F9-85BA-CD0C43C6208D}" srcOrd="0" destOrd="0" presId="urn:microsoft.com/office/officeart/2008/layout/HorizontalMultiLevelHierarchy"/>
    <dgm:cxn modelId="{46EFA109-F954-4F15-8123-FC1636BC06EB}" type="presParOf" srcId="{58D18727-D293-4BE3-BF4C-0643ACAAB345}" destId="{1A4BB938-E1A2-473D-B552-9AF947261CB3}" srcOrd="1" destOrd="0" presId="urn:microsoft.com/office/officeart/2008/layout/HorizontalMultiLevelHierarchy"/>
    <dgm:cxn modelId="{B0BC547F-FB95-4277-8D6F-DC478AAE5D39}" type="presParOf" srcId="{6AE8FE8C-DC9D-49C0-B909-B14780B87F7D}" destId="{D1163544-85FE-4BE5-B3E3-CED9835E7D83}" srcOrd="2" destOrd="0" presId="urn:microsoft.com/office/officeart/2008/layout/HorizontalMultiLevelHierarchy"/>
    <dgm:cxn modelId="{D3D39583-4D10-4B79-9F4A-1028332DB9D2}" type="presParOf" srcId="{D1163544-85FE-4BE5-B3E3-CED9835E7D83}" destId="{5BF16399-6DCE-4E8C-9676-75397A764B8F}" srcOrd="0" destOrd="0" presId="urn:microsoft.com/office/officeart/2008/layout/HorizontalMultiLevelHierarchy"/>
    <dgm:cxn modelId="{A02440D3-C03B-4A54-8129-DE2C2B551929}" type="presParOf" srcId="{6AE8FE8C-DC9D-49C0-B909-B14780B87F7D}" destId="{74F4082B-EE7B-42EE-B37A-A33F8A454E4E}" srcOrd="3" destOrd="0" presId="urn:microsoft.com/office/officeart/2008/layout/HorizontalMultiLevelHierarchy"/>
    <dgm:cxn modelId="{03E1F348-EE01-4DA4-ACED-FEB2F55E09BC}" type="presParOf" srcId="{74F4082B-EE7B-42EE-B37A-A33F8A454E4E}" destId="{72988EE0-ECB5-44D0-A964-ABF1468E8015}" srcOrd="0" destOrd="0" presId="urn:microsoft.com/office/officeart/2008/layout/HorizontalMultiLevelHierarchy"/>
    <dgm:cxn modelId="{C45B7E51-7A74-4A9F-9B4E-BEECE98D08F0}" type="presParOf" srcId="{74F4082B-EE7B-42EE-B37A-A33F8A454E4E}" destId="{4DCBE429-1E83-4C24-9162-80BF7916B6E0}" srcOrd="1" destOrd="0" presId="urn:microsoft.com/office/officeart/2008/layout/HorizontalMultiLevelHierarchy"/>
    <dgm:cxn modelId="{68A22E06-3A0F-43D6-BE94-94BCF71FC58C}" type="presParOf" srcId="{6AE8FE8C-DC9D-49C0-B909-B14780B87F7D}" destId="{A92BB0B9-BDEE-4D83-9DFA-5A9A52839BCB}" srcOrd="4" destOrd="0" presId="urn:microsoft.com/office/officeart/2008/layout/HorizontalMultiLevelHierarchy"/>
    <dgm:cxn modelId="{85874885-346D-4B4E-80B4-B1AFFFD1737A}" type="presParOf" srcId="{A92BB0B9-BDEE-4D83-9DFA-5A9A52839BCB}" destId="{D64CDDF2-C3FC-4155-8A6F-4BDA6E8FFA0C}" srcOrd="0" destOrd="0" presId="urn:microsoft.com/office/officeart/2008/layout/HorizontalMultiLevelHierarchy"/>
    <dgm:cxn modelId="{BCEE3E1E-867A-4BD9-BFB3-4A6D6CC185FD}" type="presParOf" srcId="{6AE8FE8C-DC9D-49C0-B909-B14780B87F7D}" destId="{FAB01C3D-5FCA-4F75-93A5-59C1FC272EBE}" srcOrd="5" destOrd="0" presId="urn:microsoft.com/office/officeart/2008/layout/HorizontalMultiLevelHierarchy"/>
    <dgm:cxn modelId="{7BE4F52F-011A-4025-93F1-A8AA5DAFBBB7}" type="presParOf" srcId="{FAB01C3D-5FCA-4F75-93A5-59C1FC272EBE}" destId="{E93A17AD-4509-4309-8C21-6313C50C71B7}" srcOrd="0" destOrd="0" presId="urn:microsoft.com/office/officeart/2008/layout/HorizontalMultiLevelHierarchy"/>
    <dgm:cxn modelId="{76AE5D84-C2E7-4931-A7EE-8DE862D2AC85}" type="presParOf" srcId="{FAB01C3D-5FCA-4F75-93A5-59C1FC272EBE}" destId="{2B4EEA8F-CF2E-4BA5-B2A7-0642C48265E5}" srcOrd="1" destOrd="0" presId="urn:microsoft.com/office/officeart/2008/layout/HorizontalMultiLevelHierarchy"/>
    <dgm:cxn modelId="{315EF165-2A09-4C8A-A7B0-8FE573027D27}" type="presParOf" srcId="{6AE8FE8C-DC9D-49C0-B909-B14780B87F7D}" destId="{75D9A0ED-B0BB-4D4E-B4F8-0CFF8088E2A5}" srcOrd="6" destOrd="0" presId="urn:microsoft.com/office/officeart/2008/layout/HorizontalMultiLevelHierarchy"/>
    <dgm:cxn modelId="{2A457FBE-F1C5-49DC-8EF1-6FA6AB4FBAD6}" type="presParOf" srcId="{75D9A0ED-B0BB-4D4E-B4F8-0CFF8088E2A5}" destId="{BCB64B18-85BF-4421-914B-77DEC86C803A}" srcOrd="0" destOrd="0" presId="urn:microsoft.com/office/officeart/2008/layout/HorizontalMultiLevelHierarchy"/>
    <dgm:cxn modelId="{18FAF770-3831-4A43-93D6-228B5CB44C9B}" type="presParOf" srcId="{6AE8FE8C-DC9D-49C0-B909-B14780B87F7D}" destId="{512F6AB6-45EA-410A-9F45-B6E6981EC9D2}" srcOrd="7" destOrd="0" presId="urn:microsoft.com/office/officeart/2008/layout/HorizontalMultiLevelHierarchy"/>
    <dgm:cxn modelId="{357F16D6-644B-4DBA-8085-A643A9709646}" type="presParOf" srcId="{512F6AB6-45EA-410A-9F45-B6E6981EC9D2}" destId="{95706635-4F6C-4D26-8B5B-79A0BF1B7015}" srcOrd="0" destOrd="0" presId="urn:microsoft.com/office/officeart/2008/layout/HorizontalMultiLevelHierarchy"/>
    <dgm:cxn modelId="{85E30D0A-CDB9-4E46-AD05-9BA79590A60E}" type="presParOf" srcId="{512F6AB6-45EA-410A-9F45-B6E6981EC9D2}" destId="{BD533894-1DBF-4EFE-95F9-569BEC1B1261}" srcOrd="1" destOrd="0" presId="urn:microsoft.com/office/officeart/2008/layout/HorizontalMultiLevelHierarchy"/>
    <dgm:cxn modelId="{38206587-8A76-4E26-9A31-47B03D54DFEB}" type="presParOf" srcId="{930C5122-B085-446F-8BF5-D144E141C01F}" destId="{D90ED8BA-D769-45B2-ACBE-FC8E931F7B24}" srcOrd="6" destOrd="0" presId="urn:microsoft.com/office/officeart/2008/layout/HorizontalMultiLevelHierarchy"/>
    <dgm:cxn modelId="{C7566456-8173-45E4-912E-25358735FD2B}" type="presParOf" srcId="{D90ED8BA-D769-45B2-ACBE-FC8E931F7B24}" destId="{89BE8301-8AEB-4CA3-9167-CA5E461F7CB6}" srcOrd="0" destOrd="0" presId="urn:microsoft.com/office/officeart/2008/layout/HorizontalMultiLevelHierarchy"/>
    <dgm:cxn modelId="{E761C333-F3C7-4423-9790-97E454524127}" type="presParOf" srcId="{930C5122-B085-446F-8BF5-D144E141C01F}" destId="{9C0C4117-27AA-4EAE-A107-90409AF9CCA3}" srcOrd="7" destOrd="0" presId="urn:microsoft.com/office/officeart/2008/layout/HorizontalMultiLevelHierarchy"/>
    <dgm:cxn modelId="{984B086C-89C1-4936-BDEB-9F1907EFCFEE}" type="presParOf" srcId="{9C0C4117-27AA-4EAE-A107-90409AF9CCA3}" destId="{1E9CABF9-A17B-418F-AACA-C661AE14674B}" srcOrd="0" destOrd="0" presId="urn:microsoft.com/office/officeart/2008/layout/HorizontalMultiLevelHierarchy"/>
    <dgm:cxn modelId="{FDB59D95-D6E9-4803-8AF8-195649B8F63D}" type="presParOf" srcId="{9C0C4117-27AA-4EAE-A107-90409AF9CCA3}" destId="{494F85DD-7A0E-41D4-8E38-701FF75A7A5F}" srcOrd="1" destOrd="0" presId="urn:microsoft.com/office/officeart/2008/layout/HorizontalMultiLevelHierarchy"/>
    <dgm:cxn modelId="{D3A03BB9-50DC-486B-BE2A-BC7472D326D3}" type="presParOf" srcId="{494F85DD-7A0E-41D4-8E38-701FF75A7A5F}" destId="{9D8BFEE0-49BD-46E1-AD46-4C43FE0A6FC9}" srcOrd="0" destOrd="0" presId="urn:microsoft.com/office/officeart/2008/layout/HorizontalMultiLevelHierarchy"/>
    <dgm:cxn modelId="{9FFBCDDE-C0D7-4E9F-A185-C362438239A0}" type="presParOf" srcId="{9D8BFEE0-49BD-46E1-AD46-4C43FE0A6FC9}" destId="{A44038B5-A70F-413D-B38C-4617DFDE189B}" srcOrd="0" destOrd="0" presId="urn:microsoft.com/office/officeart/2008/layout/HorizontalMultiLevelHierarchy"/>
    <dgm:cxn modelId="{7706E1FB-500D-4DCA-9436-4DAC8C9C94AB}" type="presParOf" srcId="{494F85DD-7A0E-41D4-8E38-701FF75A7A5F}" destId="{3118C35C-1CB4-4ECD-B056-0CD3BA25D967}" srcOrd="1" destOrd="0" presId="urn:microsoft.com/office/officeart/2008/layout/HorizontalMultiLevelHierarchy"/>
    <dgm:cxn modelId="{674DB199-CB4B-4691-9C37-0F16D98C8235}" type="presParOf" srcId="{3118C35C-1CB4-4ECD-B056-0CD3BA25D967}" destId="{95B85C0B-BE9E-4DF2-AD1B-799DED7949C4}" srcOrd="0" destOrd="0" presId="urn:microsoft.com/office/officeart/2008/layout/HorizontalMultiLevelHierarchy"/>
    <dgm:cxn modelId="{7B4F0F47-46FD-46FA-97A5-AB9B41D7F955}" type="presParOf" srcId="{3118C35C-1CB4-4ECD-B056-0CD3BA25D967}" destId="{D2610EA6-FD83-42BD-AED1-E600A9AAD3F3}" srcOrd="1" destOrd="0" presId="urn:microsoft.com/office/officeart/2008/layout/HorizontalMultiLevelHierarchy"/>
    <dgm:cxn modelId="{15506B16-3760-4280-B7E5-3279A2F4A18E}" type="presParOf" srcId="{494F85DD-7A0E-41D4-8E38-701FF75A7A5F}" destId="{655E1968-472C-479D-AD59-F408F7F3E25D}" srcOrd="2" destOrd="0" presId="urn:microsoft.com/office/officeart/2008/layout/HorizontalMultiLevelHierarchy"/>
    <dgm:cxn modelId="{7A3DDF4F-CD4C-4A4F-B841-928629FD35AB}" type="presParOf" srcId="{655E1968-472C-479D-AD59-F408F7F3E25D}" destId="{95ED52D8-249F-4B48-9959-A989C49DF3A0}" srcOrd="0" destOrd="0" presId="urn:microsoft.com/office/officeart/2008/layout/HorizontalMultiLevelHierarchy"/>
    <dgm:cxn modelId="{4888A5E4-0F67-48A5-9D49-A7ECCA8CC413}" type="presParOf" srcId="{494F85DD-7A0E-41D4-8E38-701FF75A7A5F}" destId="{DA52CFBD-957B-423C-AB23-C580298D3E76}" srcOrd="3" destOrd="0" presId="urn:microsoft.com/office/officeart/2008/layout/HorizontalMultiLevelHierarchy"/>
    <dgm:cxn modelId="{F6E77E66-B85F-49A3-887C-AA7AA03D040C}" type="presParOf" srcId="{DA52CFBD-957B-423C-AB23-C580298D3E76}" destId="{AADDFBC9-FDC1-4F1D-9D6E-FA65599475EA}" srcOrd="0" destOrd="0" presId="urn:microsoft.com/office/officeart/2008/layout/HorizontalMultiLevelHierarchy"/>
    <dgm:cxn modelId="{50C94ABD-97B9-4E84-AC5D-DD16E44A3B0D}" type="presParOf" srcId="{DA52CFBD-957B-423C-AB23-C580298D3E76}" destId="{6E52EE9F-A5AB-4803-91B9-80BB40783F0F}" srcOrd="1" destOrd="0" presId="urn:microsoft.com/office/officeart/2008/layout/HorizontalMultiLevelHierarchy"/>
    <dgm:cxn modelId="{869158FF-B045-433E-A8DD-604E74830DB0}" type="presParOf" srcId="{930C5122-B085-446F-8BF5-D144E141C01F}" destId="{DA4D1732-2D2D-4E16-BF94-87C0CDDFD79B}" srcOrd="8" destOrd="0" presId="urn:microsoft.com/office/officeart/2008/layout/HorizontalMultiLevelHierarchy"/>
    <dgm:cxn modelId="{968EDAB0-DA9E-46A5-9173-CFEFFC8EDD09}" type="presParOf" srcId="{DA4D1732-2D2D-4E16-BF94-87C0CDDFD79B}" destId="{B40870DA-DDE0-4A35-9C84-660E09AD1A95}" srcOrd="0" destOrd="0" presId="urn:microsoft.com/office/officeart/2008/layout/HorizontalMultiLevelHierarchy"/>
    <dgm:cxn modelId="{044CAC90-117F-4F05-84CD-5D2A5A6249C0}" type="presParOf" srcId="{930C5122-B085-446F-8BF5-D144E141C01F}" destId="{59F70366-7A23-451E-B73F-B73699D701DF}" srcOrd="9" destOrd="0" presId="urn:microsoft.com/office/officeart/2008/layout/HorizontalMultiLevelHierarchy"/>
    <dgm:cxn modelId="{F0A0385B-0F1A-44CA-9483-A2C761D523C4}" type="presParOf" srcId="{59F70366-7A23-451E-B73F-B73699D701DF}" destId="{91D69238-1800-451B-ADE6-0BA9CD25843D}" srcOrd="0" destOrd="0" presId="urn:microsoft.com/office/officeart/2008/layout/HorizontalMultiLevelHierarchy"/>
    <dgm:cxn modelId="{9DC2D1C8-A0A1-4996-A1BD-09DE71AD7836}" type="presParOf" srcId="{59F70366-7A23-451E-B73F-B73699D701DF}" destId="{CEEBACC0-891A-4671-A552-9840CF91121C}" srcOrd="1" destOrd="0" presId="urn:microsoft.com/office/officeart/2008/layout/HorizontalMultiLevelHierarchy"/>
    <dgm:cxn modelId="{47577F52-35D0-40E4-9C2D-3592C29C79D8}" type="presParOf" srcId="{CEEBACC0-891A-4671-A552-9840CF91121C}" destId="{F0F89CA4-A835-4F4A-85D0-A50DE1132CC2}" srcOrd="0" destOrd="0" presId="urn:microsoft.com/office/officeart/2008/layout/HorizontalMultiLevelHierarchy"/>
    <dgm:cxn modelId="{CBF495AF-9E5D-40BA-AD20-9DFC40E90512}" type="presParOf" srcId="{F0F89CA4-A835-4F4A-85D0-A50DE1132CC2}" destId="{EDE8EA8C-6C14-437D-A54C-F69F274FFB47}" srcOrd="0" destOrd="0" presId="urn:microsoft.com/office/officeart/2008/layout/HorizontalMultiLevelHierarchy"/>
    <dgm:cxn modelId="{D812FF90-BCDE-4429-B757-A4DA4C3B9C74}" type="presParOf" srcId="{CEEBACC0-891A-4671-A552-9840CF91121C}" destId="{4B58A437-5113-4E03-9141-E1DE3A3B8A75}" srcOrd="1" destOrd="0" presId="urn:microsoft.com/office/officeart/2008/layout/HorizontalMultiLevelHierarchy"/>
    <dgm:cxn modelId="{99C4011B-D5BC-4B2A-BF5E-76AA4FECDEDD}" type="presParOf" srcId="{4B58A437-5113-4E03-9141-E1DE3A3B8A75}" destId="{FA2D1F24-3BAD-4E07-9E22-07C2501CE7AC}" srcOrd="0" destOrd="0" presId="urn:microsoft.com/office/officeart/2008/layout/HorizontalMultiLevelHierarchy"/>
    <dgm:cxn modelId="{0BB4D10F-E1FC-40C1-B18D-B7B32907314D}" type="presParOf" srcId="{4B58A437-5113-4E03-9141-E1DE3A3B8A75}" destId="{0E859AD9-64F5-4F4D-9232-3AC390494CFC}" srcOrd="1" destOrd="0" presId="urn:microsoft.com/office/officeart/2008/layout/HorizontalMultiLevelHierarchy"/>
    <dgm:cxn modelId="{6E86F6C4-AD42-4D5E-9E52-514A75E79190}" type="presParOf" srcId="{CEEBACC0-891A-4671-A552-9840CF91121C}" destId="{0760F566-3593-4018-8869-FB7D50268515}" srcOrd="2" destOrd="0" presId="urn:microsoft.com/office/officeart/2008/layout/HorizontalMultiLevelHierarchy"/>
    <dgm:cxn modelId="{0225C167-EB6E-45A3-BD3E-3E829F32EE35}" type="presParOf" srcId="{0760F566-3593-4018-8869-FB7D50268515}" destId="{6F8FABF6-A923-41F8-B620-FEC2527EC489}" srcOrd="0" destOrd="0" presId="urn:microsoft.com/office/officeart/2008/layout/HorizontalMultiLevelHierarchy"/>
    <dgm:cxn modelId="{0DB8BF9B-9610-492A-929D-C9D788F31E0E}" type="presParOf" srcId="{CEEBACC0-891A-4671-A552-9840CF91121C}" destId="{443ED70A-05B9-4CC0-993B-A8B502856917}" srcOrd="3" destOrd="0" presId="urn:microsoft.com/office/officeart/2008/layout/HorizontalMultiLevelHierarchy"/>
    <dgm:cxn modelId="{DFFA75D8-9096-4AC1-84D9-6DBC29866CEF}" type="presParOf" srcId="{443ED70A-05B9-4CC0-993B-A8B502856917}" destId="{1875433C-D942-45DC-848F-51B32EAC9395}" srcOrd="0" destOrd="0" presId="urn:microsoft.com/office/officeart/2008/layout/HorizontalMultiLevelHierarchy"/>
    <dgm:cxn modelId="{9DC96138-0961-41CE-8337-CB9E4C26711A}" type="presParOf" srcId="{443ED70A-05B9-4CC0-993B-A8B502856917}" destId="{853BD866-2FB1-4F2E-B789-EBF0E54608D3}" srcOrd="1" destOrd="0" presId="urn:microsoft.com/office/officeart/2008/layout/HorizontalMultiLevelHierarchy"/>
    <dgm:cxn modelId="{D501592E-46B5-4A0D-8B78-9B54142883F3}" type="presParOf" srcId="{CEEBACC0-891A-4671-A552-9840CF91121C}" destId="{E8C518C3-ECD7-4169-B25E-CDFBDDF1D26A}" srcOrd="4" destOrd="0" presId="urn:microsoft.com/office/officeart/2008/layout/HorizontalMultiLevelHierarchy"/>
    <dgm:cxn modelId="{3C8582F4-B0CB-4C68-829B-9DBB67ABE03E}" type="presParOf" srcId="{E8C518C3-ECD7-4169-B25E-CDFBDDF1D26A}" destId="{C9E5375E-AA5E-4078-89CC-C1C7A216E530}" srcOrd="0" destOrd="0" presId="urn:microsoft.com/office/officeart/2008/layout/HorizontalMultiLevelHierarchy"/>
    <dgm:cxn modelId="{72DFA626-4D4A-4F7C-A193-BC66F8CD121B}" type="presParOf" srcId="{CEEBACC0-891A-4671-A552-9840CF91121C}" destId="{D3B88227-44C2-4A20-B3C7-E7FDF2B9A87B}" srcOrd="5" destOrd="0" presId="urn:microsoft.com/office/officeart/2008/layout/HorizontalMultiLevelHierarchy"/>
    <dgm:cxn modelId="{0B0CFDA8-062F-427B-ACC3-4992231CED53}" type="presParOf" srcId="{D3B88227-44C2-4A20-B3C7-E7FDF2B9A87B}" destId="{F28320B4-D2E4-4A03-9D99-054F6390BB66}" srcOrd="0" destOrd="0" presId="urn:microsoft.com/office/officeart/2008/layout/HorizontalMultiLevelHierarchy"/>
    <dgm:cxn modelId="{D3DF8751-8FFF-4660-A1D5-A5A758EE8B92}" type="presParOf" srcId="{D3B88227-44C2-4A20-B3C7-E7FDF2B9A87B}" destId="{485E9ACA-1A92-4578-BC72-7EB4DADEEF25}" srcOrd="1" destOrd="0" presId="urn:microsoft.com/office/officeart/2008/layout/HorizontalMultiLevelHierarchy"/>
    <dgm:cxn modelId="{C29213C8-83E8-4F38-AEE0-3983BB58ABC6}" type="presParOf" srcId="{86B950EB-34B2-466F-9073-8A9093FE3852}" destId="{21960EF0-E4C2-42FF-9901-5E8B49538F9C}" srcOrd="8" destOrd="0" presId="urn:microsoft.com/office/officeart/2008/layout/HorizontalMultiLevelHierarchy"/>
    <dgm:cxn modelId="{D1ED568A-63D5-4058-8C53-55196AF29616}" type="presParOf" srcId="{21960EF0-E4C2-42FF-9901-5E8B49538F9C}" destId="{54ACDDA6-D3CF-4D9F-A5BF-E673AC3ED243}" srcOrd="0" destOrd="0" presId="urn:microsoft.com/office/officeart/2008/layout/HorizontalMultiLevelHierarchy"/>
    <dgm:cxn modelId="{0CD2143A-D724-459F-B10B-19DC68A3DF9D}" type="presParOf" srcId="{86B950EB-34B2-466F-9073-8A9093FE3852}" destId="{D91A43BE-AF11-4461-9D5E-A9D015D998E1}" srcOrd="9" destOrd="0" presId="urn:microsoft.com/office/officeart/2008/layout/HorizontalMultiLevelHierarchy"/>
    <dgm:cxn modelId="{F4634A2F-ED60-4094-97C8-CE2F5AEBC988}" type="presParOf" srcId="{D91A43BE-AF11-4461-9D5E-A9D015D998E1}" destId="{848093C5-C130-4453-BA26-2FFFDA4053D4}" srcOrd="0" destOrd="0" presId="urn:microsoft.com/office/officeart/2008/layout/HorizontalMultiLevelHierarchy"/>
    <dgm:cxn modelId="{C931EA9C-DC75-4F62-AD6A-A72CB0225DA7}" type="presParOf" srcId="{D91A43BE-AF11-4461-9D5E-A9D015D998E1}" destId="{D150C9C4-99A4-426C-8A31-3598D9023CD9}" srcOrd="1" destOrd="0" presId="urn:microsoft.com/office/officeart/2008/layout/HorizontalMultiLevelHierarchy"/>
    <dgm:cxn modelId="{4233FBB6-93E5-476B-B4FB-F8AB0A00F839}" type="presParOf" srcId="{D150C9C4-99A4-426C-8A31-3598D9023CD9}" destId="{1CB8949E-69E3-43C8-B02D-4705F417DDF3}" srcOrd="0" destOrd="0" presId="urn:microsoft.com/office/officeart/2008/layout/HorizontalMultiLevelHierarchy"/>
    <dgm:cxn modelId="{F7D8DECE-AB5F-4AAF-8146-6C15191E8D2E}" type="presParOf" srcId="{1CB8949E-69E3-43C8-B02D-4705F417DDF3}" destId="{6734969F-1962-43C7-8BC5-11DCD6920460}" srcOrd="0" destOrd="0" presId="urn:microsoft.com/office/officeart/2008/layout/HorizontalMultiLevelHierarchy"/>
    <dgm:cxn modelId="{E7187775-7A98-4E89-A3C6-2558DE179C2E}" type="presParOf" srcId="{D150C9C4-99A4-426C-8A31-3598D9023CD9}" destId="{083A42DD-9D89-4D5E-A155-38EA53951CF2}" srcOrd="1" destOrd="0" presId="urn:microsoft.com/office/officeart/2008/layout/HorizontalMultiLevelHierarchy"/>
    <dgm:cxn modelId="{382664AC-15CA-4D47-96D8-0B78D64E3E73}" type="presParOf" srcId="{083A42DD-9D89-4D5E-A155-38EA53951CF2}" destId="{497CC98E-F239-4C8B-8FA3-DADC2D1B2969}" srcOrd="0" destOrd="0" presId="urn:microsoft.com/office/officeart/2008/layout/HorizontalMultiLevelHierarchy"/>
    <dgm:cxn modelId="{F74EE23D-E273-401F-9A38-2FD9EC36BACF}" type="presParOf" srcId="{083A42DD-9D89-4D5E-A155-38EA53951CF2}" destId="{782C8769-6942-4A71-A52B-64A949ADD7CC}" srcOrd="1" destOrd="0" presId="urn:microsoft.com/office/officeart/2008/layout/HorizontalMultiLevelHierarchy"/>
    <dgm:cxn modelId="{92FE676E-EDD1-408E-8EE3-C9A7A452DC62}" type="presParOf" srcId="{782C8769-6942-4A71-A52B-64A949ADD7CC}" destId="{0C8A50A9-B566-4C54-B8A7-65114A1E051A}" srcOrd="0" destOrd="0" presId="urn:microsoft.com/office/officeart/2008/layout/HorizontalMultiLevelHierarchy"/>
    <dgm:cxn modelId="{A580ADC3-D60D-443D-A7E5-57B849289FD5}" type="presParOf" srcId="{0C8A50A9-B566-4C54-B8A7-65114A1E051A}" destId="{3E2F9A93-7EEF-44A0-BFC8-B7498941D502}" srcOrd="0" destOrd="0" presId="urn:microsoft.com/office/officeart/2008/layout/HorizontalMultiLevelHierarchy"/>
    <dgm:cxn modelId="{4C40B63F-1FED-4410-B718-D76925DCB53C}" type="presParOf" srcId="{782C8769-6942-4A71-A52B-64A949ADD7CC}" destId="{BD9D43E5-7A75-4798-8EA5-7231C5078C1D}" srcOrd="1" destOrd="0" presId="urn:microsoft.com/office/officeart/2008/layout/HorizontalMultiLevelHierarchy"/>
    <dgm:cxn modelId="{BEE24BD5-499F-489D-A7EB-2A70C849E429}" type="presParOf" srcId="{BD9D43E5-7A75-4798-8EA5-7231C5078C1D}" destId="{2652B7B2-A5DA-482F-9A80-4F628FC24E89}" srcOrd="0" destOrd="0" presId="urn:microsoft.com/office/officeart/2008/layout/HorizontalMultiLevelHierarchy"/>
    <dgm:cxn modelId="{E170EE6F-EDD2-4656-8134-1B02DC818AEF}" type="presParOf" srcId="{BD9D43E5-7A75-4798-8EA5-7231C5078C1D}" destId="{634B19CC-846F-4A9A-A4B1-F7A598828503}" srcOrd="1" destOrd="0" presId="urn:microsoft.com/office/officeart/2008/layout/HorizontalMultiLevelHierarchy"/>
    <dgm:cxn modelId="{F6806416-2B06-431E-A31D-AF30A1FA0CFE}" type="presParOf" srcId="{782C8769-6942-4A71-A52B-64A949ADD7CC}" destId="{A3C9F893-F334-4798-ABBC-6FA9BB967FD5}" srcOrd="2" destOrd="0" presId="urn:microsoft.com/office/officeart/2008/layout/HorizontalMultiLevelHierarchy"/>
    <dgm:cxn modelId="{CA152A6A-06D8-4D7B-A153-771F6788975B}" type="presParOf" srcId="{A3C9F893-F334-4798-ABBC-6FA9BB967FD5}" destId="{6E83C920-FA12-4C39-8DD1-E2AE037C7CBB}" srcOrd="0" destOrd="0" presId="urn:microsoft.com/office/officeart/2008/layout/HorizontalMultiLevelHierarchy"/>
    <dgm:cxn modelId="{C74B68DB-CCC0-45D3-BF9E-A41F1B6E9FF0}" type="presParOf" srcId="{782C8769-6942-4A71-A52B-64A949ADD7CC}" destId="{3A8E2605-B425-435A-A62B-66D353DBB3DC}" srcOrd="3" destOrd="0" presId="urn:microsoft.com/office/officeart/2008/layout/HorizontalMultiLevelHierarchy"/>
    <dgm:cxn modelId="{7B0FD44B-2536-4988-AAC1-538140F8042D}" type="presParOf" srcId="{3A8E2605-B425-435A-A62B-66D353DBB3DC}" destId="{001282A7-6CA5-4A63-ACCE-CED3264A90BC}" srcOrd="0" destOrd="0" presId="urn:microsoft.com/office/officeart/2008/layout/HorizontalMultiLevelHierarchy"/>
    <dgm:cxn modelId="{543D5EC9-4F27-45E4-BC9C-D3B81D091CAF}" type="presParOf" srcId="{3A8E2605-B425-435A-A62B-66D353DBB3DC}" destId="{B82E7AE9-9E28-465D-A646-262ECFCE3F1E}" srcOrd="1" destOrd="0" presId="urn:microsoft.com/office/officeart/2008/layout/HorizontalMultiLevelHierarchy"/>
    <dgm:cxn modelId="{005A5C18-AC43-4225-B492-057C3E012CAB}" type="presParOf" srcId="{782C8769-6942-4A71-A52B-64A949ADD7CC}" destId="{72263B65-4345-4BC6-A0D8-B4F69A1CF1CF}" srcOrd="4" destOrd="0" presId="urn:microsoft.com/office/officeart/2008/layout/HorizontalMultiLevelHierarchy"/>
    <dgm:cxn modelId="{BD1E63A1-323B-4716-8E42-A12412D45158}" type="presParOf" srcId="{72263B65-4345-4BC6-A0D8-B4F69A1CF1CF}" destId="{3A0E7DC2-27EA-429D-B369-AE0A0C160C23}" srcOrd="0" destOrd="0" presId="urn:microsoft.com/office/officeart/2008/layout/HorizontalMultiLevelHierarchy"/>
    <dgm:cxn modelId="{8B0880E1-9943-4C32-84A4-E1A39752B45F}" type="presParOf" srcId="{782C8769-6942-4A71-A52B-64A949ADD7CC}" destId="{5EBCDCD6-7773-410E-9921-B14FDBFC0CDE}" srcOrd="5" destOrd="0" presId="urn:microsoft.com/office/officeart/2008/layout/HorizontalMultiLevelHierarchy"/>
    <dgm:cxn modelId="{9717C94F-EAD6-45ED-8914-B56297E7B610}" type="presParOf" srcId="{5EBCDCD6-7773-410E-9921-B14FDBFC0CDE}" destId="{A87141CE-5100-4FCA-B9AF-015E8CE69C9A}" srcOrd="0" destOrd="0" presId="urn:microsoft.com/office/officeart/2008/layout/HorizontalMultiLevelHierarchy"/>
    <dgm:cxn modelId="{A67D157E-444B-4641-9DA4-2073C01213D6}" type="presParOf" srcId="{5EBCDCD6-7773-410E-9921-B14FDBFC0CDE}" destId="{3448654C-2F6A-432E-8AC2-DFF7D667A995}" srcOrd="1" destOrd="0" presId="urn:microsoft.com/office/officeart/2008/layout/HorizontalMultiLevelHierarchy"/>
    <dgm:cxn modelId="{519010F9-C247-4AC7-A10C-57D0A6F3C901}" type="presParOf" srcId="{D150C9C4-99A4-426C-8A31-3598D9023CD9}" destId="{F970A9A5-E241-466C-B4C5-BB6DA3F05DF3}" srcOrd="2" destOrd="0" presId="urn:microsoft.com/office/officeart/2008/layout/HorizontalMultiLevelHierarchy"/>
    <dgm:cxn modelId="{F3D7E662-A668-450E-965E-A205DF50F1CC}" type="presParOf" srcId="{F970A9A5-E241-466C-B4C5-BB6DA3F05DF3}" destId="{0ED34CB6-F7D2-4B4F-AA9A-125EAFF93FF5}" srcOrd="0" destOrd="0" presId="urn:microsoft.com/office/officeart/2008/layout/HorizontalMultiLevelHierarchy"/>
    <dgm:cxn modelId="{6866EF0B-B466-44AF-8FEA-9D79EF15AC78}" type="presParOf" srcId="{D150C9C4-99A4-426C-8A31-3598D9023CD9}" destId="{162AAC3E-21F6-4B86-A49F-6EC4F0193178}" srcOrd="3" destOrd="0" presId="urn:microsoft.com/office/officeart/2008/layout/HorizontalMultiLevelHierarchy"/>
    <dgm:cxn modelId="{063F5ECA-C833-4A4E-AD7C-896EDD2ABEDA}" type="presParOf" srcId="{162AAC3E-21F6-4B86-A49F-6EC4F0193178}" destId="{934FE85B-DD52-4EE1-B537-C56738AE6E52}" srcOrd="0" destOrd="0" presId="urn:microsoft.com/office/officeart/2008/layout/HorizontalMultiLevelHierarchy"/>
    <dgm:cxn modelId="{4DCCB515-A88D-49E4-B49B-A319FFA2DC35}" type="presParOf" srcId="{162AAC3E-21F6-4B86-A49F-6EC4F0193178}" destId="{D224EDA7-D19D-4A1D-8E52-56B32A195E0F}" srcOrd="1" destOrd="0" presId="urn:microsoft.com/office/officeart/2008/layout/HorizontalMultiLevelHierarchy"/>
    <dgm:cxn modelId="{0042A22E-BF48-41E0-85E7-6A47AA61D6CE}" type="presParOf" srcId="{D224EDA7-D19D-4A1D-8E52-56B32A195E0F}" destId="{7DCF4968-0F01-4CAB-8AA2-773834D4F19E}" srcOrd="0" destOrd="0" presId="urn:microsoft.com/office/officeart/2008/layout/HorizontalMultiLevelHierarchy"/>
    <dgm:cxn modelId="{B4EC75E9-CD58-41C7-BAA8-512D3728566C}" type="presParOf" srcId="{7DCF4968-0F01-4CAB-8AA2-773834D4F19E}" destId="{5BD5269C-8421-4668-A24B-3EEC073356BE}" srcOrd="0" destOrd="0" presId="urn:microsoft.com/office/officeart/2008/layout/HorizontalMultiLevelHierarchy"/>
    <dgm:cxn modelId="{7FCE407E-4AC4-48B0-9C6B-FC0986C5FD1D}" type="presParOf" srcId="{D224EDA7-D19D-4A1D-8E52-56B32A195E0F}" destId="{BDE54CEE-F454-4531-A712-07E95D120C2D}" srcOrd="1" destOrd="0" presId="urn:microsoft.com/office/officeart/2008/layout/HorizontalMultiLevelHierarchy"/>
    <dgm:cxn modelId="{69DA6B92-BF29-4F0D-ABED-A18BF7DB9FF5}" type="presParOf" srcId="{BDE54CEE-F454-4531-A712-07E95D120C2D}" destId="{8A8148FD-6D4B-4743-A031-6C964A530D01}" srcOrd="0" destOrd="0" presId="urn:microsoft.com/office/officeart/2008/layout/HorizontalMultiLevelHierarchy"/>
    <dgm:cxn modelId="{B7BA55B4-84BC-41D4-90E5-139A1252A547}" type="presParOf" srcId="{BDE54CEE-F454-4531-A712-07E95D120C2D}" destId="{17C7B525-F8FA-4D3C-813B-82E2A1731057}" srcOrd="1" destOrd="0" presId="urn:microsoft.com/office/officeart/2008/layout/HorizontalMultiLevelHierarchy"/>
    <dgm:cxn modelId="{5D6DE443-DCFD-46C0-981F-AA45A1FE5268}" type="presParOf" srcId="{D224EDA7-D19D-4A1D-8E52-56B32A195E0F}" destId="{105D5587-9D21-4E5B-BCE4-F2C0FFC6F7F6}" srcOrd="2" destOrd="0" presId="urn:microsoft.com/office/officeart/2008/layout/HorizontalMultiLevelHierarchy"/>
    <dgm:cxn modelId="{15CA827A-093A-4CAA-9F1F-20D696278E4C}" type="presParOf" srcId="{105D5587-9D21-4E5B-BCE4-F2C0FFC6F7F6}" destId="{74A395F0-98FF-4DF6-87BC-FC7410DEDCAF}" srcOrd="0" destOrd="0" presId="urn:microsoft.com/office/officeart/2008/layout/HorizontalMultiLevelHierarchy"/>
    <dgm:cxn modelId="{800DEBD4-D575-4E38-BDA6-1B89FA4C2158}" type="presParOf" srcId="{D224EDA7-D19D-4A1D-8E52-56B32A195E0F}" destId="{45A6A4AE-B76E-4876-9629-4A430DA3B3F5}" srcOrd="3" destOrd="0" presId="urn:microsoft.com/office/officeart/2008/layout/HorizontalMultiLevelHierarchy"/>
    <dgm:cxn modelId="{3578DD51-D124-4DA3-B74F-E7B597AAEC92}" type="presParOf" srcId="{45A6A4AE-B76E-4876-9629-4A430DA3B3F5}" destId="{86877651-41D4-4538-AE80-9598CE806D8A}" srcOrd="0" destOrd="0" presId="urn:microsoft.com/office/officeart/2008/layout/HorizontalMultiLevelHierarchy"/>
    <dgm:cxn modelId="{AE08FE9B-9A79-4487-8DC8-FEE7ABECC8DA}" type="presParOf" srcId="{45A6A4AE-B76E-4876-9629-4A430DA3B3F5}" destId="{B92ECDBC-473D-4319-A509-18D6B626DA34}" srcOrd="1" destOrd="0" presId="urn:microsoft.com/office/officeart/2008/layout/HorizontalMultiLevelHierarchy"/>
    <dgm:cxn modelId="{60B5B49A-2FC6-417A-961A-DC06382DABD3}" type="presParOf" srcId="{D224EDA7-D19D-4A1D-8E52-56B32A195E0F}" destId="{93EC7B1A-E9CC-412C-BECE-B2A1122EB1C7}" srcOrd="4" destOrd="0" presId="urn:microsoft.com/office/officeart/2008/layout/HorizontalMultiLevelHierarchy"/>
    <dgm:cxn modelId="{019AD527-8A2F-427B-95D6-2CC80F4A04A5}" type="presParOf" srcId="{93EC7B1A-E9CC-412C-BECE-B2A1122EB1C7}" destId="{5615AC30-1A3B-41BF-AE33-AB280EA70FCB}" srcOrd="0" destOrd="0" presId="urn:microsoft.com/office/officeart/2008/layout/HorizontalMultiLevelHierarchy"/>
    <dgm:cxn modelId="{74130E8D-A4F7-4226-9066-9D645314D29E}" type="presParOf" srcId="{D224EDA7-D19D-4A1D-8E52-56B32A195E0F}" destId="{62FE1430-E232-444C-9B86-60E1F27A8DFF}" srcOrd="5" destOrd="0" presId="urn:microsoft.com/office/officeart/2008/layout/HorizontalMultiLevelHierarchy"/>
    <dgm:cxn modelId="{95866F94-ACE4-4B62-89F5-ADEC2F8385C9}" type="presParOf" srcId="{62FE1430-E232-444C-9B86-60E1F27A8DFF}" destId="{C5B7011E-0274-4C33-8857-B603BC96059C}" srcOrd="0" destOrd="0" presId="urn:microsoft.com/office/officeart/2008/layout/HorizontalMultiLevelHierarchy"/>
    <dgm:cxn modelId="{440702F3-82F6-4001-94AB-A9538F199EE6}" type="presParOf" srcId="{62FE1430-E232-444C-9B86-60E1F27A8DFF}" destId="{E90C7F3C-BD94-4D16-88DB-BA178314C50B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C7B1A-E9CC-412C-BECE-B2A1122EB1C7}">
      <dsp:nvSpPr>
        <dsp:cNvPr id="0" name=""/>
        <dsp:cNvSpPr/>
      </dsp:nvSpPr>
      <dsp:spPr>
        <a:xfrm>
          <a:off x="5793029" y="13933220"/>
          <a:ext cx="502341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1170" y="0"/>
              </a:lnTo>
              <a:lnTo>
                <a:pt x="251170" y="324487"/>
              </a:lnTo>
              <a:lnTo>
                <a:pt x="502341" y="32448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9249" y="14080513"/>
        <a:ext cx="29901" cy="29901"/>
      </dsp:txXfrm>
    </dsp:sp>
    <dsp:sp modelId="{105D5587-9D21-4E5B-BCE4-F2C0FFC6F7F6}">
      <dsp:nvSpPr>
        <dsp:cNvPr id="0" name=""/>
        <dsp:cNvSpPr/>
      </dsp:nvSpPr>
      <dsp:spPr>
        <a:xfrm>
          <a:off x="5793029" y="13887500"/>
          <a:ext cx="5023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2341" y="4572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31641" y="13920661"/>
        <a:ext cx="25117" cy="25117"/>
      </dsp:txXfrm>
    </dsp:sp>
    <dsp:sp modelId="{7DCF4968-0F01-4CAB-8AA2-773834D4F19E}">
      <dsp:nvSpPr>
        <dsp:cNvPr id="0" name=""/>
        <dsp:cNvSpPr/>
      </dsp:nvSpPr>
      <dsp:spPr>
        <a:xfrm>
          <a:off x="5793029" y="13608732"/>
          <a:ext cx="502341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324487"/>
              </a:moveTo>
              <a:lnTo>
                <a:pt x="251170" y="324487"/>
              </a:lnTo>
              <a:lnTo>
                <a:pt x="251170" y="0"/>
              </a:lnTo>
              <a:lnTo>
                <a:pt x="502341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9249" y="13756025"/>
        <a:ext cx="29901" cy="29901"/>
      </dsp:txXfrm>
    </dsp:sp>
    <dsp:sp modelId="{F970A9A5-E241-466C-B4C5-BB6DA3F05DF3}">
      <dsp:nvSpPr>
        <dsp:cNvPr id="0" name=""/>
        <dsp:cNvSpPr/>
      </dsp:nvSpPr>
      <dsp:spPr>
        <a:xfrm>
          <a:off x="4303187" y="13446489"/>
          <a:ext cx="638386" cy="486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9193" y="0"/>
              </a:lnTo>
              <a:lnTo>
                <a:pt x="319193" y="486731"/>
              </a:lnTo>
              <a:lnTo>
                <a:pt x="638386" y="48673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602312" y="13669785"/>
        <a:ext cx="40138" cy="40138"/>
      </dsp:txXfrm>
    </dsp:sp>
    <dsp:sp modelId="{72263B65-4345-4BC6-A0D8-B4F69A1CF1CF}">
      <dsp:nvSpPr>
        <dsp:cNvPr id="0" name=""/>
        <dsp:cNvSpPr/>
      </dsp:nvSpPr>
      <dsp:spPr>
        <a:xfrm>
          <a:off x="5793029" y="12959758"/>
          <a:ext cx="502341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1170" y="0"/>
              </a:lnTo>
              <a:lnTo>
                <a:pt x="251170" y="324487"/>
              </a:lnTo>
              <a:lnTo>
                <a:pt x="502341" y="32448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9249" y="13107051"/>
        <a:ext cx="29901" cy="29901"/>
      </dsp:txXfrm>
    </dsp:sp>
    <dsp:sp modelId="{A3C9F893-F334-4798-ABBC-6FA9BB967FD5}">
      <dsp:nvSpPr>
        <dsp:cNvPr id="0" name=""/>
        <dsp:cNvSpPr/>
      </dsp:nvSpPr>
      <dsp:spPr>
        <a:xfrm>
          <a:off x="5793029" y="12914038"/>
          <a:ext cx="5023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2341" y="4572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31641" y="12947199"/>
        <a:ext cx="25117" cy="25117"/>
      </dsp:txXfrm>
    </dsp:sp>
    <dsp:sp modelId="{0C8A50A9-B566-4C54-B8A7-65114A1E051A}">
      <dsp:nvSpPr>
        <dsp:cNvPr id="0" name=""/>
        <dsp:cNvSpPr/>
      </dsp:nvSpPr>
      <dsp:spPr>
        <a:xfrm>
          <a:off x="5793029" y="12635270"/>
          <a:ext cx="502341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324487"/>
              </a:moveTo>
              <a:lnTo>
                <a:pt x="251170" y="324487"/>
              </a:lnTo>
              <a:lnTo>
                <a:pt x="251170" y="0"/>
              </a:lnTo>
              <a:lnTo>
                <a:pt x="502341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9249" y="12782563"/>
        <a:ext cx="29901" cy="29901"/>
      </dsp:txXfrm>
    </dsp:sp>
    <dsp:sp modelId="{1CB8949E-69E3-43C8-B02D-4705F417DDF3}">
      <dsp:nvSpPr>
        <dsp:cNvPr id="0" name=""/>
        <dsp:cNvSpPr/>
      </dsp:nvSpPr>
      <dsp:spPr>
        <a:xfrm>
          <a:off x="4303187" y="12959758"/>
          <a:ext cx="638386" cy="486731"/>
        </a:xfrm>
        <a:custGeom>
          <a:avLst/>
          <a:gdLst/>
          <a:ahLst/>
          <a:cxnLst/>
          <a:rect l="0" t="0" r="0" b="0"/>
          <a:pathLst>
            <a:path>
              <a:moveTo>
                <a:pt x="0" y="486731"/>
              </a:moveTo>
              <a:lnTo>
                <a:pt x="319193" y="486731"/>
              </a:lnTo>
              <a:lnTo>
                <a:pt x="319193" y="0"/>
              </a:lnTo>
              <a:lnTo>
                <a:pt x="638386" y="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602312" y="13183054"/>
        <a:ext cx="40138" cy="40138"/>
      </dsp:txXfrm>
    </dsp:sp>
    <dsp:sp modelId="{21960EF0-E4C2-42FF-9901-5E8B49538F9C}">
      <dsp:nvSpPr>
        <dsp:cNvPr id="0" name=""/>
        <dsp:cNvSpPr/>
      </dsp:nvSpPr>
      <dsp:spPr>
        <a:xfrm>
          <a:off x="2993266" y="7037862"/>
          <a:ext cx="170290" cy="64086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5145" y="0"/>
              </a:lnTo>
              <a:lnTo>
                <a:pt x="85145" y="6408626"/>
              </a:lnTo>
              <a:lnTo>
                <a:pt x="170290" y="640862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200" kern="1200"/>
        </a:p>
      </dsp:txBody>
      <dsp:txXfrm>
        <a:off x="2918140" y="10081903"/>
        <a:ext cx="320544" cy="320544"/>
      </dsp:txXfrm>
    </dsp:sp>
    <dsp:sp modelId="{E8C518C3-ECD7-4169-B25E-CDFBDDF1D26A}">
      <dsp:nvSpPr>
        <dsp:cNvPr id="0" name=""/>
        <dsp:cNvSpPr/>
      </dsp:nvSpPr>
      <dsp:spPr>
        <a:xfrm>
          <a:off x="5793029" y="11986295"/>
          <a:ext cx="494065" cy="3369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7032" y="0"/>
              </a:lnTo>
              <a:lnTo>
                <a:pt x="247032" y="336901"/>
              </a:lnTo>
              <a:lnTo>
                <a:pt x="494065" y="33690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5112" y="12139796"/>
        <a:ext cx="29899" cy="29899"/>
      </dsp:txXfrm>
    </dsp:sp>
    <dsp:sp modelId="{0760F566-3593-4018-8869-FB7D50268515}">
      <dsp:nvSpPr>
        <dsp:cNvPr id="0" name=""/>
        <dsp:cNvSpPr/>
      </dsp:nvSpPr>
      <dsp:spPr>
        <a:xfrm>
          <a:off x="5793029" y="11940575"/>
          <a:ext cx="4940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7032" y="45720"/>
              </a:lnTo>
              <a:lnTo>
                <a:pt x="247032" y="58133"/>
              </a:lnTo>
              <a:lnTo>
                <a:pt x="494065" y="5813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7706" y="11973940"/>
        <a:ext cx="24711" cy="24711"/>
      </dsp:txXfrm>
    </dsp:sp>
    <dsp:sp modelId="{F0F89CA4-A835-4F4A-85D0-A50DE1132CC2}">
      <dsp:nvSpPr>
        <dsp:cNvPr id="0" name=""/>
        <dsp:cNvSpPr/>
      </dsp:nvSpPr>
      <dsp:spPr>
        <a:xfrm>
          <a:off x="5793029" y="11674222"/>
          <a:ext cx="494065" cy="312073"/>
        </a:xfrm>
        <a:custGeom>
          <a:avLst/>
          <a:gdLst/>
          <a:ahLst/>
          <a:cxnLst/>
          <a:rect l="0" t="0" r="0" b="0"/>
          <a:pathLst>
            <a:path>
              <a:moveTo>
                <a:pt x="0" y="312073"/>
              </a:moveTo>
              <a:lnTo>
                <a:pt x="247032" y="312073"/>
              </a:lnTo>
              <a:lnTo>
                <a:pt x="247032" y="0"/>
              </a:lnTo>
              <a:lnTo>
                <a:pt x="494065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5453" y="11815649"/>
        <a:ext cx="29218" cy="29218"/>
      </dsp:txXfrm>
    </dsp:sp>
    <dsp:sp modelId="{DA4D1732-2D2D-4E16-BF94-87C0CDDFD79B}">
      <dsp:nvSpPr>
        <dsp:cNvPr id="0" name=""/>
        <dsp:cNvSpPr/>
      </dsp:nvSpPr>
      <dsp:spPr>
        <a:xfrm>
          <a:off x="4303187" y="10526102"/>
          <a:ext cx="638386" cy="14601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9193" y="0"/>
              </a:lnTo>
              <a:lnTo>
                <a:pt x="319193" y="1460193"/>
              </a:lnTo>
              <a:lnTo>
                <a:pt x="638386" y="1460193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582540" y="11216358"/>
        <a:ext cx="79682" cy="79682"/>
      </dsp:txXfrm>
    </dsp:sp>
    <dsp:sp modelId="{655E1968-472C-479D-AD59-F408F7F3E25D}">
      <dsp:nvSpPr>
        <dsp:cNvPr id="0" name=""/>
        <dsp:cNvSpPr/>
      </dsp:nvSpPr>
      <dsp:spPr>
        <a:xfrm>
          <a:off x="5793029" y="11175077"/>
          <a:ext cx="494065" cy="1746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7032" y="0"/>
              </a:lnTo>
              <a:lnTo>
                <a:pt x="247032" y="174657"/>
              </a:lnTo>
              <a:lnTo>
                <a:pt x="494065" y="17465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6961" y="11249305"/>
        <a:ext cx="26201" cy="26201"/>
      </dsp:txXfrm>
    </dsp:sp>
    <dsp:sp modelId="{9D8BFEE0-49BD-46E1-AD46-4C43FE0A6FC9}">
      <dsp:nvSpPr>
        <dsp:cNvPr id="0" name=""/>
        <dsp:cNvSpPr/>
      </dsp:nvSpPr>
      <dsp:spPr>
        <a:xfrm>
          <a:off x="5793029" y="11025247"/>
          <a:ext cx="494065" cy="149830"/>
        </a:xfrm>
        <a:custGeom>
          <a:avLst/>
          <a:gdLst/>
          <a:ahLst/>
          <a:cxnLst/>
          <a:rect l="0" t="0" r="0" b="0"/>
          <a:pathLst>
            <a:path>
              <a:moveTo>
                <a:pt x="0" y="149830"/>
              </a:moveTo>
              <a:lnTo>
                <a:pt x="247032" y="149830"/>
              </a:lnTo>
              <a:lnTo>
                <a:pt x="247032" y="0"/>
              </a:lnTo>
              <a:lnTo>
                <a:pt x="494065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7155" y="11087255"/>
        <a:ext cx="25814" cy="25814"/>
      </dsp:txXfrm>
    </dsp:sp>
    <dsp:sp modelId="{D90ED8BA-D769-45B2-ACBE-FC8E931F7B24}">
      <dsp:nvSpPr>
        <dsp:cNvPr id="0" name=""/>
        <dsp:cNvSpPr/>
      </dsp:nvSpPr>
      <dsp:spPr>
        <a:xfrm>
          <a:off x="4303187" y="10526102"/>
          <a:ext cx="638386" cy="6489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9193" y="0"/>
              </a:lnTo>
              <a:lnTo>
                <a:pt x="319193" y="648974"/>
              </a:lnTo>
              <a:lnTo>
                <a:pt x="638386" y="64897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599623" y="10827831"/>
        <a:ext cx="45516" cy="45516"/>
      </dsp:txXfrm>
    </dsp:sp>
    <dsp:sp modelId="{75D9A0ED-B0BB-4D4E-B4F8-0CFF8088E2A5}">
      <dsp:nvSpPr>
        <dsp:cNvPr id="0" name=""/>
        <dsp:cNvSpPr/>
      </dsp:nvSpPr>
      <dsp:spPr>
        <a:xfrm>
          <a:off x="5793029" y="10201615"/>
          <a:ext cx="494065" cy="4991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7032" y="0"/>
              </a:lnTo>
              <a:lnTo>
                <a:pt x="247032" y="499144"/>
              </a:lnTo>
              <a:lnTo>
                <a:pt x="494065" y="499144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2504" y="10433629"/>
        <a:ext cx="35115" cy="35115"/>
      </dsp:txXfrm>
    </dsp:sp>
    <dsp:sp modelId="{A92BB0B9-BDEE-4D83-9DFA-5A9A52839BCB}">
      <dsp:nvSpPr>
        <dsp:cNvPr id="0" name=""/>
        <dsp:cNvSpPr/>
      </dsp:nvSpPr>
      <dsp:spPr>
        <a:xfrm>
          <a:off x="5793029" y="10201615"/>
          <a:ext cx="494065" cy="1746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7032" y="0"/>
              </a:lnTo>
              <a:lnTo>
                <a:pt x="247032" y="174657"/>
              </a:lnTo>
              <a:lnTo>
                <a:pt x="494065" y="17465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6961" y="10275843"/>
        <a:ext cx="26201" cy="26201"/>
      </dsp:txXfrm>
    </dsp:sp>
    <dsp:sp modelId="{D1163544-85FE-4BE5-B3E3-CED9835E7D83}">
      <dsp:nvSpPr>
        <dsp:cNvPr id="0" name=""/>
        <dsp:cNvSpPr/>
      </dsp:nvSpPr>
      <dsp:spPr>
        <a:xfrm>
          <a:off x="5793029" y="10051784"/>
          <a:ext cx="494065" cy="149830"/>
        </a:xfrm>
        <a:custGeom>
          <a:avLst/>
          <a:gdLst/>
          <a:ahLst/>
          <a:cxnLst/>
          <a:rect l="0" t="0" r="0" b="0"/>
          <a:pathLst>
            <a:path>
              <a:moveTo>
                <a:pt x="0" y="149830"/>
              </a:moveTo>
              <a:lnTo>
                <a:pt x="247032" y="149830"/>
              </a:lnTo>
              <a:lnTo>
                <a:pt x="247032" y="0"/>
              </a:lnTo>
              <a:lnTo>
                <a:pt x="494065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7155" y="10113792"/>
        <a:ext cx="25814" cy="25814"/>
      </dsp:txXfrm>
    </dsp:sp>
    <dsp:sp modelId="{70FB7C8F-5984-42DF-94BD-28306FD70381}">
      <dsp:nvSpPr>
        <dsp:cNvPr id="0" name=""/>
        <dsp:cNvSpPr/>
      </dsp:nvSpPr>
      <dsp:spPr>
        <a:xfrm>
          <a:off x="5793029" y="9727297"/>
          <a:ext cx="494065" cy="474317"/>
        </a:xfrm>
        <a:custGeom>
          <a:avLst/>
          <a:gdLst/>
          <a:ahLst/>
          <a:cxnLst/>
          <a:rect l="0" t="0" r="0" b="0"/>
          <a:pathLst>
            <a:path>
              <a:moveTo>
                <a:pt x="0" y="474317"/>
              </a:moveTo>
              <a:lnTo>
                <a:pt x="247032" y="474317"/>
              </a:lnTo>
              <a:lnTo>
                <a:pt x="247032" y="0"/>
              </a:lnTo>
              <a:lnTo>
                <a:pt x="494065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2940" y="9947334"/>
        <a:ext cx="34244" cy="34244"/>
      </dsp:txXfrm>
    </dsp:sp>
    <dsp:sp modelId="{7BBEFF53-0BD0-40BD-98EC-95648EEC71B8}">
      <dsp:nvSpPr>
        <dsp:cNvPr id="0" name=""/>
        <dsp:cNvSpPr/>
      </dsp:nvSpPr>
      <dsp:spPr>
        <a:xfrm>
          <a:off x="4303187" y="10201615"/>
          <a:ext cx="638386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324487"/>
              </a:moveTo>
              <a:lnTo>
                <a:pt x="319193" y="324487"/>
              </a:lnTo>
              <a:lnTo>
                <a:pt x="319193" y="0"/>
              </a:lnTo>
              <a:lnTo>
                <a:pt x="638386" y="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604478" y="10345955"/>
        <a:ext cx="35806" cy="35806"/>
      </dsp:txXfrm>
    </dsp:sp>
    <dsp:sp modelId="{2387DBA3-923C-46B8-B4EB-F263484FFC97}">
      <dsp:nvSpPr>
        <dsp:cNvPr id="0" name=""/>
        <dsp:cNvSpPr/>
      </dsp:nvSpPr>
      <dsp:spPr>
        <a:xfrm>
          <a:off x="4303187" y="9390396"/>
          <a:ext cx="638386" cy="1135705"/>
        </a:xfrm>
        <a:custGeom>
          <a:avLst/>
          <a:gdLst/>
          <a:ahLst/>
          <a:cxnLst/>
          <a:rect l="0" t="0" r="0" b="0"/>
          <a:pathLst>
            <a:path>
              <a:moveTo>
                <a:pt x="0" y="1135705"/>
              </a:moveTo>
              <a:lnTo>
                <a:pt x="319193" y="1135705"/>
              </a:lnTo>
              <a:lnTo>
                <a:pt x="319193" y="0"/>
              </a:lnTo>
              <a:lnTo>
                <a:pt x="638386" y="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589810" y="9925678"/>
        <a:ext cx="65141" cy="65141"/>
      </dsp:txXfrm>
    </dsp:sp>
    <dsp:sp modelId="{0D4F087B-7129-45BD-B8A7-6BDF2AD77F33}">
      <dsp:nvSpPr>
        <dsp:cNvPr id="0" name=""/>
        <dsp:cNvSpPr/>
      </dsp:nvSpPr>
      <dsp:spPr>
        <a:xfrm>
          <a:off x="5793029" y="9065909"/>
          <a:ext cx="494065" cy="3369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7032" y="0"/>
              </a:lnTo>
              <a:lnTo>
                <a:pt x="247032" y="336901"/>
              </a:lnTo>
              <a:lnTo>
                <a:pt x="494065" y="33690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5112" y="9219409"/>
        <a:ext cx="29899" cy="29899"/>
      </dsp:txXfrm>
    </dsp:sp>
    <dsp:sp modelId="{E2BCC78E-2995-4878-A84D-7B65B132FD6C}">
      <dsp:nvSpPr>
        <dsp:cNvPr id="0" name=""/>
        <dsp:cNvSpPr/>
      </dsp:nvSpPr>
      <dsp:spPr>
        <a:xfrm>
          <a:off x="5793029" y="9020189"/>
          <a:ext cx="4940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7032" y="45720"/>
              </a:lnTo>
              <a:lnTo>
                <a:pt x="247032" y="58133"/>
              </a:lnTo>
              <a:lnTo>
                <a:pt x="494065" y="5813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7706" y="9053553"/>
        <a:ext cx="24711" cy="24711"/>
      </dsp:txXfrm>
    </dsp:sp>
    <dsp:sp modelId="{88F9FE74-B8F1-44A0-9FAD-3D2771214F39}">
      <dsp:nvSpPr>
        <dsp:cNvPr id="0" name=""/>
        <dsp:cNvSpPr/>
      </dsp:nvSpPr>
      <dsp:spPr>
        <a:xfrm>
          <a:off x="5793029" y="8753835"/>
          <a:ext cx="494065" cy="312073"/>
        </a:xfrm>
        <a:custGeom>
          <a:avLst/>
          <a:gdLst/>
          <a:ahLst/>
          <a:cxnLst/>
          <a:rect l="0" t="0" r="0" b="0"/>
          <a:pathLst>
            <a:path>
              <a:moveTo>
                <a:pt x="0" y="312073"/>
              </a:moveTo>
              <a:lnTo>
                <a:pt x="247032" y="312073"/>
              </a:lnTo>
              <a:lnTo>
                <a:pt x="247032" y="0"/>
              </a:lnTo>
              <a:lnTo>
                <a:pt x="494065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5453" y="8895262"/>
        <a:ext cx="29218" cy="29218"/>
      </dsp:txXfrm>
    </dsp:sp>
    <dsp:sp modelId="{9F37D270-9DF7-4A3B-A33B-49DBCF917C77}">
      <dsp:nvSpPr>
        <dsp:cNvPr id="0" name=""/>
        <dsp:cNvSpPr/>
      </dsp:nvSpPr>
      <dsp:spPr>
        <a:xfrm>
          <a:off x="4303187" y="9065909"/>
          <a:ext cx="638386" cy="1460193"/>
        </a:xfrm>
        <a:custGeom>
          <a:avLst/>
          <a:gdLst/>
          <a:ahLst/>
          <a:cxnLst/>
          <a:rect l="0" t="0" r="0" b="0"/>
          <a:pathLst>
            <a:path>
              <a:moveTo>
                <a:pt x="0" y="1460193"/>
              </a:moveTo>
              <a:lnTo>
                <a:pt x="319193" y="1460193"/>
              </a:lnTo>
              <a:lnTo>
                <a:pt x="319193" y="0"/>
              </a:lnTo>
              <a:lnTo>
                <a:pt x="638386" y="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582540" y="9756164"/>
        <a:ext cx="79682" cy="79682"/>
      </dsp:txXfrm>
    </dsp:sp>
    <dsp:sp modelId="{B9B14903-7F5A-430B-971C-EDDDF92871C3}">
      <dsp:nvSpPr>
        <dsp:cNvPr id="0" name=""/>
        <dsp:cNvSpPr/>
      </dsp:nvSpPr>
      <dsp:spPr>
        <a:xfrm>
          <a:off x="2993266" y="7037862"/>
          <a:ext cx="170290" cy="3488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5145" y="0"/>
              </a:lnTo>
              <a:lnTo>
                <a:pt x="85145" y="3488239"/>
              </a:lnTo>
              <a:lnTo>
                <a:pt x="170290" y="348823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2991102" y="8694672"/>
        <a:ext cx="174619" cy="174619"/>
      </dsp:txXfrm>
    </dsp:sp>
    <dsp:sp modelId="{CE45919D-5300-4410-9464-E4041CB0CB4A}">
      <dsp:nvSpPr>
        <dsp:cNvPr id="0" name=""/>
        <dsp:cNvSpPr/>
      </dsp:nvSpPr>
      <dsp:spPr>
        <a:xfrm>
          <a:off x="6923038" y="8092446"/>
          <a:ext cx="1241889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20944" y="0"/>
              </a:lnTo>
              <a:lnTo>
                <a:pt x="620944" y="324487"/>
              </a:lnTo>
              <a:lnTo>
                <a:pt x="1241889" y="32448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511893" y="8222601"/>
        <a:ext cx="64179" cy="64179"/>
      </dsp:txXfrm>
    </dsp:sp>
    <dsp:sp modelId="{E00AFBE4-4094-4025-BD93-6C0A8AB757FF}">
      <dsp:nvSpPr>
        <dsp:cNvPr id="0" name=""/>
        <dsp:cNvSpPr/>
      </dsp:nvSpPr>
      <dsp:spPr>
        <a:xfrm>
          <a:off x="6923038" y="8046726"/>
          <a:ext cx="12418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241889" y="4572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512935" y="8061399"/>
        <a:ext cx="62094" cy="62094"/>
      </dsp:txXfrm>
    </dsp:sp>
    <dsp:sp modelId="{8F49A915-E435-43B5-80E2-960083CD8FE3}">
      <dsp:nvSpPr>
        <dsp:cNvPr id="0" name=""/>
        <dsp:cNvSpPr/>
      </dsp:nvSpPr>
      <dsp:spPr>
        <a:xfrm>
          <a:off x="6923038" y="7767959"/>
          <a:ext cx="1241889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324487"/>
              </a:moveTo>
              <a:lnTo>
                <a:pt x="620944" y="324487"/>
              </a:lnTo>
              <a:lnTo>
                <a:pt x="620944" y="0"/>
              </a:lnTo>
              <a:lnTo>
                <a:pt x="1241889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511893" y="7898113"/>
        <a:ext cx="64179" cy="64179"/>
      </dsp:txXfrm>
    </dsp:sp>
    <dsp:sp modelId="{62980B30-1A77-42E9-9896-2E02D26A9321}">
      <dsp:nvSpPr>
        <dsp:cNvPr id="0" name=""/>
        <dsp:cNvSpPr/>
      </dsp:nvSpPr>
      <dsp:spPr>
        <a:xfrm>
          <a:off x="5793029" y="7605715"/>
          <a:ext cx="502341" cy="486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1170" y="0"/>
              </a:lnTo>
              <a:lnTo>
                <a:pt x="251170" y="486731"/>
              </a:lnTo>
              <a:lnTo>
                <a:pt x="502341" y="48673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6713" y="7831594"/>
        <a:ext cx="34973" cy="34973"/>
      </dsp:txXfrm>
    </dsp:sp>
    <dsp:sp modelId="{0CC933B8-7A8B-446E-8AA1-D167F5D92B00}">
      <dsp:nvSpPr>
        <dsp:cNvPr id="0" name=""/>
        <dsp:cNvSpPr/>
      </dsp:nvSpPr>
      <dsp:spPr>
        <a:xfrm>
          <a:off x="6923038" y="7118984"/>
          <a:ext cx="1241889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20944" y="0"/>
              </a:lnTo>
              <a:lnTo>
                <a:pt x="620944" y="324487"/>
              </a:lnTo>
              <a:lnTo>
                <a:pt x="1241889" y="32448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511893" y="7249138"/>
        <a:ext cx="64179" cy="64179"/>
      </dsp:txXfrm>
    </dsp:sp>
    <dsp:sp modelId="{1A58589C-30AD-4C9A-9277-F2EA72E83EE1}">
      <dsp:nvSpPr>
        <dsp:cNvPr id="0" name=""/>
        <dsp:cNvSpPr/>
      </dsp:nvSpPr>
      <dsp:spPr>
        <a:xfrm>
          <a:off x="6923038" y="7073264"/>
          <a:ext cx="12418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241889" y="4572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512935" y="7087937"/>
        <a:ext cx="62094" cy="62094"/>
      </dsp:txXfrm>
    </dsp:sp>
    <dsp:sp modelId="{A1DCCEDD-76DB-4AD4-9BC0-C4A77DBD8630}">
      <dsp:nvSpPr>
        <dsp:cNvPr id="0" name=""/>
        <dsp:cNvSpPr/>
      </dsp:nvSpPr>
      <dsp:spPr>
        <a:xfrm>
          <a:off x="6923038" y="6794497"/>
          <a:ext cx="1241889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324487"/>
              </a:moveTo>
              <a:lnTo>
                <a:pt x="620944" y="324487"/>
              </a:lnTo>
              <a:lnTo>
                <a:pt x="620944" y="0"/>
              </a:lnTo>
              <a:lnTo>
                <a:pt x="1241889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511893" y="6924651"/>
        <a:ext cx="64179" cy="64179"/>
      </dsp:txXfrm>
    </dsp:sp>
    <dsp:sp modelId="{EED8B05F-1B99-4E2C-94C6-35F728B539B1}">
      <dsp:nvSpPr>
        <dsp:cNvPr id="0" name=""/>
        <dsp:cNvSpPr/>
      </dsp:nvSpPr>
      <dsp:spPr>
        <a:xfrm>
          <a:off x="5793029" y="7118984"/>
          <a:ext cx="502341" cy="486731"/>
        </a:xfrm>
        <a:custGeom>
          <a:avLst/>
          <a:gdLst/>
          <a:ahLst/>
          <a:cxnLst/>
          <a:rect l="0" t="0" r="0" b="0"/>
          <a:pathLst>
            <a:path>
              <a:moveTo>
                <a:pt x="0" y="486731"/>
              </a:moveTo>
              <a:lnTo>
                <a:pt x="251170" y="486731"/>
              </a:lnTo>
              <a:lnTo>
                <a:pt x="251170" y="0"/>
              </a:lnTo>
              <a:lnTo>
                <a:pt x="502341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6713" y="7344863"/>
        <a:ext cx="34973" cy="34973"/>
      </dsp:txXfrm>
    </dsp:sp>
    <dsp:sp modelId="{4DF77B36-C6A3-4657-BB89-598C9CE6289A}">
      <dsp:nvSpPr>
        <dsp:cNvPr id="0" name=""/>
        <dsp:cNvSpPr/>
      </dsp:nvSpPr>
      <dsp:spPr>
        <a:xfrm>
          <a:off x="4303187" y="6551131"/>
          <a:ext cx="638386" cy="1054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9193" y="0"/>
              </a:lnTo>
              <a:lnTo>
                <a:pt x="319193" y="1054584"/>
              </a:lnTo>
              <a:lnTo>
                <a:pt x="638386" y="1054584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591562" y="7047604"/>
        <a:ext cx="61637" cy="61637"/>
      </dsp:txXfrm>
    </dsp:sp>
    <dsp:sp modelId="{CB9636E4-A898-4DC6-95AF-D4AB77B0A6D3}">
      <dsp:nvSpPr>
        <dsp:cNvPr id="0" name=""/>
        <dsp:cNvSpPr/>
      </dsp:nvSpPr>
      <dsp:spPr>
        <a:xfrm>
          <a:off x="5793029" y="6307766"/>
          <a:ext cx="502341" cy="1622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1170" y="0"/>
              </a:lnTo>
              <a:lnTo>
                <a:pt x="251170" y="162243"/>
              </a:lnTo>
              <a:lnTo>
                <a:pt x="502341" y="16224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31003" y="6375690"/>
        <a:ext cx="26394" cy="26394"/>
      </dsp:txXfrm>
    </dsp:sp>
    <dsp:sp modelId="{9A1D7F8A-FCF9-49EA-88AA-6396B97A467C}">
      <dsp:nvSpPr>
        <dsp:cNvPr id="0" name=""/>
        <dsp:cNvSpPr/>
      </dsp:nvSpPr>
      <dsp:spPr>
        <a:xfrm>
          <a:off x="5793029" y="6145522"/>
          <a:ext cx="502341" cy="162243"/>
        </a:xfrm>
        <a:custGeom>
          <a:avLst/>
          <a:gdLst/>
          <a:ahLst/>
          <a:cxnLst/>
          <a:rect l="0" t="0" r="0" b="0"/>
          <a:pathLst>
            <a:path>
              <a:moveTo>
                <a:pt x="0" y="162243"/>
              </a:moveTo>
              <a:lnTo>
                <a:pt x="251170" y="162243"/>
              </a:lnTo>
              <a:lnTo>
                <a:pt x="251170" y="0"/>
              </a:lnTo>
              <a:lnTo>
                <a:pt x="502341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31003" y="6213446"/>
        <a:ext cx="26394" cy="26394"/>
      </dsp:txXfrm>
    </dsp:sp>
    <dsp:sp modelId="{8BD9EEF0-EA7C-42EC-BDAC-F496CC909AC6}">
      <dsp:nvSpPr>
        <dsp:cNvPr id="0" name=""/>
        <dsp:cNvSpPr/>
      </dsp:nvSpPr>
      <dsp:spPr>
        <a:xfrm>
          <a:off x="4303187" y="6307766"/>
          <a:ext cx="638386" cy="243365"/>
        </a:xfrm>
        <a:custGeom>
          <a:avLst/>
          <a:gdLst/>
          <a:ahLst/>
          <a:cxnLst/>
          <a:rect l="0" t="0" r="0" b="0"/>
          <a:pathLst>
            <a:path>
              <a:moveTo>
                <a:pt x="0" y="243365"/>
              </a:moveTo>
              <a:lnTo>
                <a:pt x="319193" y="243365"/>
              </a:lnTo>
              <a:lnTo>
                <a:pt x="319193" y="0"/>
              </a:lnTo>
              <a:lnTo>
                <a:pt x="638386" y="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605301" y="6412368"/>
        <a:ext cx="34160" cy="34160"/>
      </dsp:txXfrm>
    </dsp:sp>
    <dsp:sp modelId="{47EC48F9-E2BC-4CEA-B4F1-ED4D4D53B2D1}">
      <dsp:nvSpPr>
        <dsp:cNvPr id="0" name=""/>
        <dsp:cNvSpPr/>
      </dsp:nvSpPr>
      <dsp:spPr>
        <a:xfrm>
          <a:off x="5793029" y="5496547"/>
          <a:ext cx="502341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1170" y="0"/>
              </a:lnTo>
              <a:lnTo>
                <a:pt x="251170" y="324487"/>
              </a:lnTo>
              <a:lnTo>
                <a:pt x="502341" y="32448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9249" y="5643840"/>
        <a:ext cx="29901" cy="29901"/>
      </dsp:txXfrm>
    </dsp:sp>
    <dsp:sp modelId="{0D4B45F0-E46A-451F-91D0-3062EE5F33ED}">
      <dsp:nvSpPr>
        <dsp:cNvPr id="0" name=""/>
        <dsp:cNvSpPr/>
      </dsp:nvSpPr>
      <dsp:spPr>
        <a:xfrm>
          <a:off x="5793029" y="5450827"/>
          <a:ext cx="5023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2341" y="4572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31641" y="5483989"/>
        <a:ext cx="25117" cy="25117"/>
      </dsp:txXfrm>
    </dsp:sp>
    <dsp:sp modelId="{BF7CC3A2-7FEF-4FF1-8875-CFEF4626C65F}">
      <dsp:nvSpPr>
        <dsp:cNvPr id="0" name=""/>
        <dsp:cNvSpPr/>
      </dsp:nvSpPr>
      <dsp:spPr>
        <a:xfrm>
          <a:off x="5793029" y="5172060"/>
          <a:ext cx="502341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324487"/>
              </a:moveTo>
              <a:lnTo>
                <a:pt x="251170" y="324487"/>
              </a:lnTo>
              <a:lnTo>
                <a:pt x="251170" y="0"/>
              </a:lnTo>
              <a:lnTo>
                <a:pt x="502341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9249" y="5319353"/>
        <a:ext cx="29901" cy="29901"/>
      </dsp:txXfrm>
    </dsp:sp>
    <dsp:sp modelId="{2EB254C5-5CB4-4BB5-B725-E3BD0467837F}">
      <dsp:nvSpPr>
        <dsp:cNvPr id="0" name=""/>
        <dsp:cNvSpPr/>
      </dsp:nvSpPr>
      <dsp:spPr>
        <a:xfrm>
          <a:off x="4303187" y="5496547"/>
          <a:ext cx="638386" cy="1054584"/>
        </a:xfrm>
        <a:custGeom>
          <a:avLst/>
          <a:gdLst/>
          <a:ahLst/>
          <a:cxnLst/>
          <a:rect l="0" t="0" r="0" b="0"/>
          <a:pathLst>
            <a:path>
              <a:moveTo>
                <a:pt x="0" y="1054584"/>
              </a:moveTo>
              <a:lnTo>
                <a:pt x="319193" y="1054584"/>
              </a:lnTo>
              <a:lnTo>
                <a:pt x="319193" y="0"/>
              </a:lnTo>
              <a:lnTo>
                <a:pt x="638386" y="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591562" y="5993020"/>
        <a:ext cx="61637" cy="61637"/>
      </dsp:txXfrm>
    </dsp:sp>
    <dsp:sp modelId="{4F0A6A23-690D-47D3-A9CF-FE0742B328CE}">
      <dsp:nvSpPr>
        <dsp:cNvPr id="0" name=""/>
        <dsp:cNvSpPr/>
      </dsp:nvSpPr>
      <dsp:spPr>
        <a:xfrm>
          <a:off x="2993266" y="6551131"/>
          <a:ext cx="170290" cy="486731"/>
        </a:xfrm>
        <a:custGeom>
          <a:avLst/>
          <a:gdLst/>
          <a:ahLst/>
          <a:cxnLst/>
          <a:rect l="0" t="0" r="0" b="0"/>
          <a:pathLst>
            <a:path>
              <a:moveTo>
                <a:pt x="0" y="486731"/>
              </a:moveTo>
              <a:lnTo>
                <a:pt x="85145" y="486731"/>
              </a:lnTo>
              <a:lnTo>
                <a:pt x="85145" y="0"/>
              </a:lnTo>
              <a:lnTo>
                <a:pt x="170290" y="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065520" y="6781605"/>
        <a:ext cx="25783" cy="25783"/>
      </dsp:txXfrm>
    </dsp:sp>
    <dsp:sp modelId="{665D8BD3-60AC-4E9F-AF20-D8338FC22D08}">
      <dsp:nvSpPr>
        <dsp:cNvPr id="0" name=""/>
        <dsp:cNvSpPr/>
      </dsp:nvSpPr>
      <dsp:spPr>
        <a:xfrm>
          <a:off x="4303187" y="3225135"/>
          <a:ext cx="638386" cy="16224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9193" y="0"/>
              </a:lnTo>
              <a:lnTo>
                <a:pt x="319193" y="1622437"/>
              </a:lnTo>
              <a:lnTo>
                <a:pt x="638386" y="162243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>
        <a:off x="4578793" y="3992766"/>
        <a:ext cx="87175" cy="87175"/>
      </dsp:txXfrm>
    </dsp:sp>
    <dsp:sp modelId="{EC8DE83B-A973-4BA5-AA41-ABA8444E788A}">
      <dsp:nvSpPr>
        <dsp:cNvPr id="0" name=""/>
        <dsp:cNvSpPr/>
      </dsp:nvSpPr>
      <dsp:spPr>
        <a:xfrm>
          <a:off x="5793029" y="4523085"/>
          <a:ext cx="502341" cy="1622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1170" y="0"/>
              </a:lnTo>
              <a:lnTo>
                <a:pt x="251170" y="162243"/>
              </a:lnTo>
              <a:lnTo>
                <a:pt x="502341" y="16224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31003" y="4591009"/>
        <a:ext cx="26394" cy="26394"/>
      </dsp:txXfrm>
    </dsp:sp>
    <dsp:sp modelId="{DD1DE8C1-0986-4827-B2FE-C5CA96839F1B}">
      <dsp:nvSpPr>
        <dsp:cNvPr id="0" name=""/>
        <dsp:cNvSpPr/>
      </dsp:nvSpPr>
      <dsp:spPr>
        <a:xfrm>
          <a:off x="7133679" y="4360841"/>
          <a:ext cx="1241889" cy="486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20944" y="0"/>
              </a:lnTo>
              <a:lnTo>
                <a:pt x="620944" y="486731"/>
              </a:lnTo>
              <a:lnTo>
                <a:pt x="1241889" y="486731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721277" y="4570860"/>
        <a:ext cx="66693" cy="66693"/>
      </dsp:txXfrm>
    </dsp:sp>
    <dsp:sp modelId="{860F001C-406C-4E44-BA7C-DC4B1DF5AD5F}">
      <dsp:nvSpPr>
        <dsp:cNvPr id="0" name=""/>
        <dsp:cNvSpPr/>
      </dsp:nvSpPr>
      <dsp:spPr>
        <a:xfrm>
          <a:off x="7133679" y="4360841"/>
          <a:ext cx="1241889" cy="1622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20944" y="0"/>
              </a:lnTo>
              <a:lnTo>
                <a:pt x="620944" y="162243"/>
              </a:lnTo>
              <a:lnTo>
                <a:pt x="1241889" y="16224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723313" y="4410652"/>
        <a:ext cx="62622" cy="62622"/>
      </dsp:txXfrm>
    </dsp:sp>
    <dsp:sp modelId="{9DF1F035-BC4C-41C3-A4E4-7A5AE3C4EC8E}">
      <dsp:nvSpPr>
        <dsp:cNvPr id="0" name=""/>
        <dsp:cNvSpPr/>
      </dsp:nvSpPr>
      <dsp:spPr>
        <a:xfrm>
          <a:off x="7133679" y="4198597"/>
          <a:ext cx="1241889" cy="162243"/>
        </a:xfrm>
        <a:custGeom>
          <a:avLst/>
          <a:gdLst/>
          <a:ahLst/>
          <a:cxnLst/>
          <a:rect l="0" t="0" r="0" b="0"/>
          <a:pathLst>
            <a:path>
              <a:moveTo>
                <a:pt x="0" y="162243"/>
              </a:moveTo>
              <a:lnTo>
                <a:pt x="620944" y="162243"/>
              </a:lnTo>
              <a:lnTo>
                <a:pt x="620944" y="0"/>
              </a:lnTo>
              <a:lnTo>
                <a:pt x="1241889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723313" y="4248408"/>
        <a:ext cx="62622" cy="62622"/>
      </dsp:txXfrm>
    </dsp:sp>
    <dsp:sp modelId="{E4530DB6-6999-4B6E-9F8A-D63E438A4ED9}">
      <dsp:nvSpPr>
        <dsp:cNvPr id="0" name=""/>
        <dsp:cNvSpPr/>
      </dsp:nvSpPr>
      <dsp:spPr>
        <a:xfrm>
          <a:off x="7133679" y="3874110"/>
          <a:ext cx="1241889" cy="486731"/>
        </a:xfrm>
        <a:custGeom>
          <a:avLst/>
          <a:gdLst/>
          <a:ahLst/>
          <a:cxnLst/>
          <a:rect l="0" t="0" r="0" b="0"/>
          <a:pathLst>
            <a:path>
              <a:moveTo>
                <a:pt x="0" y="486731"/>
              </a:moveTo>
              <a:lnTo>
                <a:pt x="620944" y="486731"/>
              </a:lnTo>
              <a:lnTo>
                <a:pt x="620944" y="0"/>
              </a:lnTo>
              <a:lnTo>
                <a:pt x="1241889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721277" y="4084129"/>
        <a:ext cx="66693" cy="66693"/>
      </dsp:txXfrm>
    </dsp:sp>
    <dsp:sp modelId="{8C8167E8-021E-4D0A-A3DE-2FD0C56373D3}">
      <dsp:nvSpPr>
        <dsp:cNvPr id="0" name=""/>
        <dsp:cNvSpPr/>
      </dsp:nvSpPr>
      <dsp:spPr>
        <a:xfrm>
          <a:off x="5793029" y="4360841"/>
          <a:ext cx="502341" cy="162243"/>
        </a:xfrm>
        <a:custGeom>
          <a:avLst/>
          <a:gdLst/>
          <a:ahLst/>
          <a:cxnLst/>
          <a:rect l="0" t="0" r="0" b="0"/>
          <a:pathLst>
            <a:path>
              <a:moveTo>
                <a:pt x="0" y="162243"/>
              </a:moveTo>
              <a:lnTo>
                <a:pt x="251170" y="162243"/>
              </a:lnTo>
              <a:lnTo>
                <a:pt x="251170" y="0"/>
              </a:lnTo>
              <a:lnTo>
                <a:pt x="502341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31003" y="4428766"/>
        <a:ext cx="26394" cy="26394"/>
      </dsp:txXfrm>
    </dsp:sp>
    <dsp:sp modelId="{E1373F89-A4D6-4E10-A163-5176A8A5C6FA}">
      <dsp:nvSpPr>
        <dsp:cNvPr id="0" name=""/>
        <dsp:cNvSpPr/>
      </dsp:nvSpPr>
      <dsp:spPr>
        <a:xfrm>
          <a:off x="4303187" y="3225135"/>
          <a:ext cx="638386" cy="12979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9193" y="0"/>
              </a:lnTo>
              <a:lnTo>
                <a:pt x="319193" y="1297949"/>
              </a:lnTo>
              <a:lnTo>
                <a:pt x="638386" y="129794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586220" y="3837949"/>
        <a:ext cx="72322" cy="72322"/>
      </dsp:txXfrm>
    </dsp:sp>
    <dsp:sp modelId="{6C189BA4-6D9F-44C8-8732-84A94B692C3D}">
      <dsp:nvSpPr>
        <dsp:cNvPr id="0" name=""/>
        <dsp:cNvSpPr/>
      </dsp:nvSpPr>
      <dsp:spPr>
        <a:xfrm>
          <a:off x="7129592" y="3387379"/>
          <a:ext cx="1241889" cy="1622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20944" y="0"/>
              </a:lnTo>
              <a:lnTo>
                <a:pt x="620944" y="162243"/>
              </a:lnTo>
              <a:lnTo>
                <a:pt x="1241889" y="16224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719226" y="3437190"/>
        <a:ext cx="62622" cy="62622"/>
      </dsp:txXfrm>
    </dsp:sp>
    <dsp:sp modelId="{1DF24980-DED8-43D0-82A1-42721F694D88}">
      <dsp:nvSpPr>
        <dsp:cNvPr id="0" name=""/>
        <dsp:cNvSpPr/>
      </dsp:nvSpPr>
      <dsp:spPr>
        <a:xfrm>
          <a:off x="7129592" y="3225135"/>
          <a:ext cx="1241889" cy="162243"/>
        </a:xfrm>
        <a:custGeom>
          <a:avLst/>
          <a:gdLst/>
          <a:ahLst/>
          <a:cxnLst/>
          <a:rect l="0" t="0" r="0" b="0"/>
          <a:pathLst>
            <a:path>
              <a:moveTo>
                <a:pt x="0" y="162243"/>
              </a:moveTo>
              <a:lnTo>
                <a:pt x="620944" y="162243"/>
              </a:lnTo>
              <a:lnTo>
                <a:pt x="620944" y="0"/>
              </a:lnTo>
              <a:lnTo>
                <a:pt x="1241889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719226" y="3274946"/>
        <a:ext cx="62622" cy="62622"/>
      </dsp:txXfrm>
    </dsp:sp>
    <dsp:sp modelId="{E9A01032-3F13-40AB-875C-F0F7D7306BE9}">
      <dsp:nvSpPr>
        <dsp:cNvPr id="0" name=""/>
        <dsp:cNvSpPr/>
      </dsp:nvSpPr>
      <dsp:spPr>
        <a:xfrm>
          <a:off x="5793029" y="2981770"/>
          <a:ext cx="502341" cy="405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1170" y="0"/>
              </a:lnTo>
              <a:lnTo>
                <a:pt x="251170" y="405609"/>
              </a:lnTo>
              <a:lnTo>
                <a:pt x="502341" y="40560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8059" y="3168433"/>
        <a:ext cx="32282" cy="32282"/>
      </dsp:txXfrm>
    </dsp:sp>
    <dsp:sp modelId="{54B9134F-BFB6-441B-8E4D-7E4C4B6C6156}">
      <dsp:nvSpPr>
        <dsp:cNvPr id="0" name=""/>
        <dsp:cNvSpPr/>
      </dsp:nvSpPr>
      <dsp:spPr>
        <a:xfrm>
          <a:off x="7129592" y="2576160"/>
          <a:ext cx="1241889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20944" y="0"/>
              </a:lnTo>
              <a:lnTo>
                <a:pt x="620944" y="324487"/>
              </a:lnTo>
              <a:lnTo>
                <a:pt x="1241889" y="32448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718448" y="2706314"/>
        <a:ext cx="64179" cy="64179"/>
      </dsp:txXfrm>
    </dsp:sp>
    <dsp:sp modelId="{AC510BBB-79D1-4B6C-890D-6C290B8D996C}">
      <dsp:nvSpPr>
        <dsp:cNvPr id="0" name=""/>
        <dsp:cNvSpPr/>
      </dsp:nvSpPr>
      <dsp:spPr>
        <a:xfrm>
          <a:off x="7129592" y="2530440"/>
          <a:ext cx="12418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241889" y="4572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719490" y="2545113"/>
        <a:ext cx="62094" cy="62094"/>
      </dsp:txXfrm>
    </dsp:sp>
    <dsp:sp modelId="{A839F336-6FE4-4B40-B104-8E191E8CE490}">
      <dsp:nvSpPr>
        <dsp:cNvPr id="0" name=""/>
        <dsp:cNvSpPr/>
      </dsp:nvSpPr>
      <dsp:spPr>
        <a:xfrm>
          <a:off x="7129592" y="2251673"/>
          <a:ext cx="1241889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324487"/>
              </a:moveTo>
              <a:lnTo>
                <a:pt x="620944" y="324487"/>
              </a:lnTo>
              <a:lnTo>
                <a:pt x="620944" y="0"/>
              </a:lnTo>
              <a:lnTo>
                <a:pt x="1241889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718448" y="2381827"/>
        <a:ext cx="64179" cy="64179"/>
      </dsp:txXfrm>
    </dsp:sp>
    <dsp:sp modelId="{023396BD-7DE6-4BBF-B17A-2C3393016DD4}">
      <dsp:nvSpPr>
        <dsp:cNvPr id="0" name=""/>
        <dsp:cNvSpPr/>
      </dsp:nvSpPr>
      <dsp:spPr>
        <a:xfrm>
          <a:off x="5793029" y="2576160"/>
          <a:ext cx="502341" cy="405609"/>
        </a:xfrm>
        <a:custGeom>
          <a:avLst/>
          <a:gdLst/>
          <a:ahLst/>
          <a:cxnLst/>
          <a:rect l="0" t="0" r="0" b="0"/>
          <a:pathLst>
            <a:path>
              <a:moveTo>
                <a:pt x="0" y="405609"/>
              </a:moveTo>
              <a:lnTo>
                <a:pt x="251170" y="405609"/>
              </a:lnTo>
              <a:lnTo>
                <a:pt x="251170" y="0"/>
              </a:lnTo>
              <a:lnTo>
                <a:pt x="502341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8059" y="2762824"/>
        <a:ext cx="32282" cy="32282"/>
      </dsp:txXfrm>
    </dsp:sp>
    <dsp:sp modelId="{78CCC72F-928B-43C4-B0B2-F1ADCDA6AB60}">
      <dsp:nvSpPr>
        <dsp:cNvPr id="0" name=""/>
        <dsp:cNvSpPr/>
      </dsp:nvSpPr>
      <dsp:spPr>
        <a:xfrm>
          <a:off x="4303187" y="2981770"/>
          <a:ext cx="638386" cy="243365"/>
        </a:xfrm>
        <a:custGeom>
          <a:avLst/>
          <a:gdLst/>
          <a:ahLst/>
          <a:cxnLst/>
          <a:rect l="0" t="0" r="0" b="0"/>
          <a:pathLst>
            <a:path>
              <a:moveTo>
                <a:pt x="0" y="243365"/>
              </a:moveTo>
              <a:lnTo>
                <a:pt x="319193" y="243365"/>
              </a:lnTo>
              <a:lnTo>
                <a:pt x="319193" y="0"/>
              </a:lnTo>
              <a:lnTo>
                <a:pt x="638386" y="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605301" y="3086372"/>
        <a:ext cx="34160" cy="34160"/>
      </dsp:txXfrm>
    </dsp:sp>
    <dsp:sp modelId="{E1FC72BA-1622-4B18-8510-F377CE2784EC}">
      <dsp:nvSpPr>
        <dsp:cNvPr id="0" name=""/>
        <dsp:cNvSpPr/>
      </dsp:nvSpPr>
      <dsp:spPr>
        <a:xfrm>
          <a:off x="5793029" y="1602698"/>
          <a:ext cx="502341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1170" y="0"/>
              </a:lnTo>
              <a:lnTo>
                <a:pt x="251170" y="324487"/>
              </a:lnTo>
              <a:lnTo>
                <a:pt x="502341" y="32448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9249" y="1749991"/>
        <a:ext cx="29901" cy="29901"/>
      </dsp:txXfrm>
    </dsp:sp>
    <dsp:sp modelId="{3E791E97-F526-4010-83E2-E0229050FE02}">
      <dsp:nvSpPr>
        <dsp:cNvPr id="0" name=""/>
        <dsp:cNvSpPr/>
      </dsp:nvSpPr>
      <dsp:spPr>
        <a:xfrm>
          <a:off x="5793029" y="1556978"/>
          <a:ext cx="50234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2341" y="4572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31641" y="1590140"/>
        <a:ext cx="25117" cy="25117"/>
      </dsp:txXfrm>
    </dsp:sp>
    <dsp:sp modelId="{ECD0AE4B-6477-4A30-8526-DF0323B39F4E}">
      <dsp:nvSpPr>
        <dsp:cNvPr id="0" name=""/>
        <dsp:cNvSpPr/>
      </dsp:nvSpPr>
      <dsp:spPr>
        <a:xfrm>
          <a:off x="5793029" y="1278211"/>
          <a:ext cx="502341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324487"/>
              </a:moveTo>
              <a:lnTo>
                <a:pt x="251170" y="324487"/>
              </a:lnTo>
              <a:lnTo>
                <a:pt x="251170" y="0"/>
              </a:lnTo>
              <a:lnTo>
                <a:pt x="502341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29249" y="1425504"/>
        <a:ext cx="29901" cy="29901"/>
      </dsp:txXfrm>
    </dsp:sp>
    <dsp:sp modelId="{6F673465-6034-4083-9B38-2DCF2C0C2719}">
      <dsp:nvSpPr>
        <dsp:cNvPr id="0" name=""/>
        <dsp:cNvSpPr/>
      </dsp:nvSpPr>
      <dsp:spPr>
        <a:xfrm>
          <a:off x="4303187" y="1602698"/>
          <a:ext cx="638386" cy="1622437"/>
        </a:xfrm>
        <a:custGeom>
          <a:avLst/>
          <a:gdLst/>
          <a:ahLst/>
          <a:cxnLst/>
          <a:rect l="0" t="0" r="0" b="0"/>
          <a:pathLst>
            <a:path>
              <a:moveTo>
                <a:pt x="0" y="1622437"/>
              </a:moveTo>
              <a:lnTo>
                <a:pt x="319193" y="1622437"/>
              </a:lnTo>
              <a:lnTo>
                <a:pt x="319193" y="0"/>
              </a:lnTo>
              <a:lnTo>
                <a:pt x="638386" y="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>
        <a:off x="4578793" y="2370329"/>
        <a:ext cx="87175" cy="87175"/>
      </dsp:txXfrm>
    </dsp:sp>
    <dsp:sp modelId="{AFCFCB3C-3293-45DA-BEF2-97CBCA7DF316}">
      <dsp:nvSpPr>
        <dsp:cNvPr id="0" name=""/>
        <dsp:cNvSpPr/>
      </dsp:nvSpPr>
      <dsp:spPr>
        <a:xfrm>
          <a:off x="2993266" y="3225135"/>
          <a:ext cx="170290" cy="3812727"/>
        </a:xfrm>
        <a:custGeom>
          <a:avLst/>
          <a:gdLst/>
          <a:ahLst/>
          <a:cxnLst/>
          <a:rect l="0" t="0" r="0" b="0"/>
          <a:pathLst>
            <a:path>
              <a:moveTo>
                <a:pt x="0" y="3812727"/>
              </a:moveTo>
              <a:lnTo>
                <a:pt x="85145" y="3812727"/>
              </a:lnTo>
              <a:lnTo>
                <a:pt x="85145" y="0"/>
              </a:lnTo>
              <a:lnTo>
                <a:pt x="170290" y="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2982999" y="5036086"/>
        <a:ext cx="190826" cy="190826"/>
      </dsp:txXfrm>
    </dsp:sp>
    <dsp:sp modelId="{89564B8A-CC91-473B-B085-5C8F74909A96}">
      <dsp:nvSpPr>
        <dsp:cNvPr id="0" name=""/>
        <dsp:cNvSpPr/>
      </dsp:nvSpPr>
      <dsp:spPr>
        <a:xfrm>
          <a:off x="4303187" y="629236"/>
          <a:ext cx="638386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9193" y="0"/>
              </a:lnTo>
              <a:lnTo>
                <a:pt x="319193" y="324487"/>
              </a:lnTo>
              <a:lnTo>
                <a:pt x="638386" y="32448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604478" y="773576"/>
        <a:ext cx="35806" cy="35806"/>
      </dsp:txXfrm>
    </dsp:sp>
    <dsp:sp modelId="{652B4048-658E-402D-82D4-3D7EC8D7B9E2}">
      <dsp:nvSpPr>
        <dsp:cNvPr id="0" name=""/>
        <dsp:cNvSpPr/>
      </dsp:nvSpPr>
      <dsp:spPr>
        <a:xfrm>
          <a:off x="4303187" y="583516"/>
          <a:ext cx="6383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8386" y="4572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606421" y="613276"/>
        <a:ext cx="31919" cy="31919"/>
      </dsp:txXfrm>
    </dsp:sp>
    <dsp:sp modelId="{D5322D1E-30FF-493A-99C3-037DE2E31972}">
      <dsp:nvSpPr>
        <dsp:cNvPr id="0" name=""/>
        <dsp:cNvSpPr/>
      </dsp:nvSpPr>
      <dsp:spPr>
        <a:xfrm>
          <a:off x="7093703" y="466992"/>
          <a:ext cx="1248096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24048" y="0"/>
              </a:lnTo>
              <a:lnTo>
                <a:pt x="624048" y="324487"/>
              </a:lnTo>
              <a:lnTo>
                <a:pt x="1248096" y="32448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685512" y="596996"/>
        <a:ext cx="64479" cy="64479"/>
      </dsp:txXfrm>
    </dsp:sp>
    <dsp:sp modelId="{CF57D08B-27B8-47A0-AFB8-61D9449AD07A}">
      <dsp:nvSpPr>
        <dsp:cNvPr id="0" name=""/>
        <dsp:cNvSpPr/>
      </dsp:nvSpPr>
      <dsp:spPr>
        <a:xfrm>
          <a:off x="7093703" y="421272"/>
          <a:ext cx="12418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241889" y="4572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683601" y="435945"/>
        <a:ext cx="62094" cy="62094"/>
      </dsp:txXfrm>
    </dsp:sp>
    <dsp:sp modelId="{B98E4B14-2FDC-4876-872D-961BED8E0A83}">
      <dsp:nvSpPr>
        <dsp:cNvPr id="0" name=""/>
        <dsp:cNvSpPr/>
      </dsp:nvSpPr>
      <dsp:spPr>
        <a:xfrm>
          <a:off x="7093703" y="142505"/>
          <a:ext cx="1241889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324487"/>
              </a:moveTo>
              <a:lnTo>
                <a:pt x="620944" y="324487"/>
              </a:lnTo>
              <a:lnTo>
                <a:pt x="620944" y="0"/>
              </a:lnTo>
              <a:lnTo>
                <a:pt x="1241889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682559" y="272659"/>
        <a:ext cx="64179" cy="64179"/>
      </dsp:txXfrm>
    </dsp:sp>
    <dsp:sp modelId="{FDDF99B7-B4BE-4084-B4C5-FAEBD091F27A}">
      <dsp:nvSpPr>
        <dsp:cNvPr id="0" name=""/>
        <dsp:cNvSpPr/>
      </dsp:nvSpPr>
      <dsp:spPr>
        <a:xfrm>
          <a:off x="5793029" y="304748"/>
          <a:ext cx="502341" cy="1622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1170" y="0"/>
              </a:lnTo>
              <a:lnTo>
                <a:pt x="251170" y="162243"/>
              </a:lnTo>
              <a:lnTo>
                <a:pt x="502341" y="16224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31003" y="372673"/>
        <a:ext cx="26394" cy="26394"/>
      </dsp:txXfrm>
    </dsp:sp>
    <dsp:sp modelId="{F8BD10A0-D13F-4E5A-8086-59ED0A20798B}">
      <dsp:nvSpPr>
        <dsp:cNvPr id="0" name=""/>
        <dsp:cNvSpPr/>
      </dsp:nvSpPr>
      <dsp:spPr>
        <a:xfrm>
          <a:off x="5793029" y="142505"/>
          <a:ext cx="502341" cy="162243"/>
        </a:xfrm>
        <a:custGeom>
          <a:avLst/>
          <a:gdLst/>
          <a:ahLst/>
          <a:cxnLst/>
          <a:rect l="0" t="0" r="0" b="0"/>
          <a:pathLst>
            <a:path>
              <a:moveTo>
                <a:pt x="0" y="162243"/>
              </a:moveTo>
              <a:lnTo>
                <a:pt x="251170" y="162243"/>
              </a:lnTo>
              <a:lnTo>
                <a:pt x="251170" y="0"/>
              </a:lnTo>
              <a:lnTo>
                <a:pt x="502341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031003" y="210429"/>
        <a:ext cx="26394" cy="26394"/>
      </dsp:txXfrm>
    </dsp:sp>
    <dsp:sp modelId="{C1F80346-4B8F-455B-A2C9-821C8F377503}">
      <dsp:nvSpPr>
        <dsp:cNvPr id="0" name=""/>
        <dsp:cNvSpPr/>
      </dsp:nvSpPr>
      <dsp:spPr>
        <a:xfrm>
          <a:off x="4303187" y="304748"/>
          <a:ext cx="638386" cy="324487"/>
        </a:xfrm>
        <a:custGeom>
          <a:avLst/>
          <a:gdLst/>
          <a:ahLst/>
          <a:cxnLst/>
          <a:rect l="0" t="0" r="0" b="0"/>
          <a:pathLst>
            <a:path>
              <a:moveTo>
                <a:pt x="0" y="324487"/>
              </a:moveTo>
              <a:lnTo>
                <a:pt x="319193" y="324487"/>
              </a:lnTo>
              <a:lnTo>
                <a:pt x="319193" y="0"/>
              </a:lnTo>
              <a:lnTo>
                <a:pt x="638386" y="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604478" y="449089"/>
        <a:ext cx="35806" cy="35806"/>
      </dsp:txXfrm>
    </dsp:sp>
    <dsp:sp modelId="{058F1309-1349-4068-AE5F-C291EEEA860C}">
      <dsp:nvSpPr>
        <dsp:cNvPr id="0" name=""/>
        <dsp:cNvSpPr/>
      </dsp:nvSpPr>
      <dsp:spPr>
        <a:xfrm>
          <a:off x="2993266" y="629236"/>
          <a:ext cx="170290" cy="6408626"/>
        </a:xfrm>
        <a:custGeom>
          <a:avLst/>
          <a:gdLst/>
          <a:ahLst/>
          <a:cxnLst/>
          <a:rect l="0" t="0" r="0" b="0"/>
          <a:pathLst>
            <a:path>
              <a:moveTo>
                <a:pt x="0" y="6408626"/>
              </a:moveTo>
              <a:lnTo>
                <a:pt x="85145" y="6408626"/>
              </a:lnTo>
              <a:lnTo>
                <a:pt x="85145" y="0"/>
              </a:lnTo>
              <a:lnTo>
                <a:pt x="170290" y="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200" kern="1200"/>
        </a:p>
      </dsp:txBody>
      <dsp:txXfrm>
        <a:off x="2918140" y="3673277"/>
        <a:ext cx="320544" cy="320544"/>
      </dsp:txXfrm>
    </dsp:sp>
    <dsp:sp modelId="{27A0DF80-3A8C-483F-AFF3-2FD8275DA7CB}">
      <dsp:nvSpPr>
        <dsp:cNvPr id="0" name=""/>
        <dsp:cNvSpPr/>
      </dsp:nvSpPr>
      <dsp:spPr>
        <a:xfrm rot="16200000">
          <a:off x="1737564" y="6789840"/>
          <a:ext cx="2015360" cy="496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dirty="0"/>
            <a:t>SNARE</a:t>
          </a:r>
          <a:endParaRPr lang="en-CH" sz="2800" kern="1200" dirty="0"/>
        </a:p>
      </dsp:txBody>
      <dsp:txXfrm>
        <a:off x="1737564" y="6789840"/>
        <a:ext cx="2015360" cy="496045"/>
      </dsp:txXfrm>
    </dsp:sp>
    <dsp:sp modelId="{8D00497E-ECEA-4B20-B13B-F6CB3B8943D7}">
      <dsp:nvSpPr>
        <dsp:cNvPr id="0" name=""/>
        <dsp:cNvSpPr/>
      </dsp:nvSpPr>
      <dsp:spPr>
        <a:xfrm>
          <a:off x="3163557" y="446400"/>
          <a:ext cx="1139629" cy="36567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Qa</a:t>
          </a:r>
          <a:endParaRPr lang="en-CH" sz="1800" kern="1200" dirty="0"/>
        </a:p>
      </dsp:txBody>
      <dsp:txXfrm>
        <a:off x="3163557" y="446400"/>
        <a:ext cx="1139629" cy="365671"/>
      </dsp:txXfrm>
    </dsp:sp>
    <dsp:sp modelId="{2AABE19E-6D67-407C-9C77-7CBD6596E610}">
      <dsp:nvSpPr>
        <dsp:cNvPr id="0" name=""/>
        <dsp:cNvSpPr/>
      </dsp:nvSpPr>
      <dsp:spPr>
        <a:xfrm>
          <a:off x="4941574" y="174953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Qa.I</a:t>
          </a:r>
          <a:endParaRPr lang="en-CH" sz="1600" kern="1200" dirty="0"/>
        </a:p>
      </dsp:txBody>
      <dsp:txXfrm>
        <a:off x="4941574" y="174953"/>
        <a:ext cx="851454" cy="259589"/>
      </dsp:txXfrm>
    </dsp:sp>
    <dsp:sp modelId="{2B592AA7-78DB-44C1-91E5-BE386E575EAD}">
      <dsp:nvSpPr>
        <dsp:cNvPr id="0" name=""/>
        <dsp:cNvSpPr/>
      </dsp:nvSpPr>
      <dsp:spPr>
        <a:xfrm>
          <a:off x="6295371" y="12710"/>
          <a:ext cx="79833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Qa.I.Ufe1</a:t>
          </a:r>
          <a:endParaRPr lang="en-CH" sz="1000" kern="1200" dirty="0"/>
        </a:p>
      </dsp:txBody>
      <dsp:txXfrm>
        <a:off x="6295371" y="12710"/>
        <a:ext cx="798332" cy="259589"/>
      </dsp:txXfrm>
    </dsp:sp>
    <dsp:sp modelId="{9CD1CC9F-49C6-4E20-AB74-00709858207E}">
      <dsp:nvSpPr>
        <dsp:cNvPr id="0" name=""/>
        <dsp:cNvSpPr/>
      </dsp:nvSpPr>
      <dsp:spPr>
        <a:xfrm>
          <a:off x="6295371" y="337197"/>
          <a:ext cx="79833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Qa.I.Syx18</a:t>
          </a:r>
          <a:endParaRPr lang="en-CH" sz="1000" kern="1200" dirty="0"/>
        </a:p>
      </dsp:txBody>
      <dsp:txXfrm>
        <a:off x="6295371" y="337197"/>
        <a:ext cx="798332" cy="259589"/>
      </dsp:txXfrm>
    </dsp:sp>
    <dsp:sp modelId="{D938FC41-DC00-4471-A7ED-28BB94364F41}">
      <dsp:nvSpPr>
        <dsp:cNvPr id="0" name=""/>
        <dsp:cNvSpPr/>
      </dsp:nvSpPr>
      <dsp:spPr>
        <a:xfrm>
          <a:off x="8335593" y="12710"/>
          <a:ext cx="1588593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Qa.I.Syx18.Metazoa</a:t>
          </a:r>
          <a:endParaRPr lang="en-CH" sz="1000" kern="1200" dirty="0"/>
        </a:p>
      </dsp:txBody>
      <dsp:txXfrm>
        <a:off x="8335593" y="12710"/>
        <a:ext cx="1588593" cy="259589"/>
      </dsp:txXfrm>
    </dsp:sp>
    <dsp:sp modelId="{3773053F-AECD-4462-81D5-1EB13209A4DA}">
      <dsp:nvSpPr>
        <dsp:cNvPr id="0" name=""/>
        <dsp:cNvSpPr/>
      </dsp:nvSpPr>
      <dsp:spPr>
        <a:xfrm>
          <a:off x="8335593" y="337197"/>
          <a:ext cx="1588593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Qa.I.Syx18.SAR</a:t>
          </a:r>
          <a:endParaRPr lang="en-CH" sz="1000" kern="1200" dirty="0"/>
        </a:p>
      </dsp:txBody>
      <dsp:txXfrm>
        <a:off x="8335593" y="337197"/>
        <a:ext cx="1588593" cy="259589"/>
      </dsp:txXfrm>
    </dsp:sp>
    <dsp:sp modelId="{6177205F-A24C-4002-8907-83F933726424}">
      <dsp:nvSpPr>
        <dsp:cNvPr id="0" name=""/>
        <dsp:cNvSpPr/>
      </dsp:nvSpPr>
      <dsp:spPr>
        <a:xfrm>
          <a:off x="8341800" y="661685"/>
          <a:ext cx="1588593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Qa.I.Syx18.Viridiplantae</a:t>
          </a:r>
          <a:endParaRPr lang="en-CH" sz="1000" kern="1200" dirty="0"/>
        </a:p>
      </dsp:txBody>
      <dsp:txXfrm>
        <a:off x="8341800" y="661685"/>
        <a:ext cx="1588593" cy="259589"/>
      </dsp:txXfrm>
    </dsp:sp>
    <dsp:sp modelId="{95D61280-7C7D-437F-B3A8-B9462054ADBE}">
      <dsp:nvSpPr>
        <dsp:cNvPr id="0" name=""/>
        <dsp:cNvSpPr/>
      </dsp:nvSpPr>
      <dsp:spPr>
        <a:xfrm>
          <a:off x="4941574" y="499441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Qa.II</a:t>
          </a:r>
          <a:endParaRPr lang="en-CH" sz="1600" kern="1200" dirty="0"/>
        </a:p>
      </dsp:txBody>
      <dsp:txXfrm>
        <a:off x="4941574" y="499441"/>
        <a:ext cx="851454" cy="259589"/>
      </dsp:txXfrm>
    </dsp:sp>
    <dsp:sp modelId="{98204F16-4474-42DD-BA18-012AB4B74CD9}">
      <dsp:nvSpPr>
        <dsp:cNvPr id="0" name=""/>
        <dsp:cNvSpPr/>
      </dsp:nvSpPr>
      <dsp:spPr>
        <a:xfrm>
          <a:off x="4941574" y="823928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Qa.III</a:t>
          </a:r>
          <a:endParaRPr lang="en-CH" sz="1600" kern="1200" dirty="0"/>
        </a:p>
      </dsp:txBody>
      <dsp:txXfrm>
        <a:off x="4941574" y="823928"/>
        <a:ext cx="851454" cy="259589"/>
      </dsp:txXfrm>
    </dsp:sp>
    <dsp:sp modelId="{4DAF134F-FEE1-44BD-ADA9-D0C4272E7C5C}">
      <dsp:nvSpPr>
        <dsp:cNvPr id="0" name=""/>
        <dsp:cNvSpPr/>
      </dsp:nvSpPr>
      <dsp:spPr>
        <a:xfrm>
          <a:off x="3163557" y="3042299"/>
          <a:ext cx="1139629" cy="36567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Qb</a:t>
          </a:r>
          <a:endParaRPr lang="en-CH" sz="1800" kern="1200" dirty="0"/>
        </a:p>
      </dsp:txBody>
      <dsp:txXfrm>
        <a:off x="3163557" y="3042299"/>
        <a:ext cx="1139629" cy="365671"/>
      </dsp:txXfrm>
    </dsp:sp>
    <dsp:sp modelId="{9576290D-87E6-4626-BF50-F8665AF84292}">
      <dsp:nvSpPr>
        <dsp:cNvPr id="0" name=""/>
        <dsp:cNvSpPr/>
      </dsp:nvSpPr>
      <dsp:spPr>
        <a:xfrm>
          <a:off x="4941574" y="1472903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Qb.I</a:t>
          </a:r>
          <a:endParaRPr lang="en-CH" sz="1600" kern="1200" dirty="0"/>
        </a:p>
      </dsp:txBody>
      <dsp:txXfrm>
        <a:off x="4941574" y="1472903"/>
        <a:ext cx="851454" cy="259589"/>
      </dsp:txXfrm>
    </dsp:sp>
    <dsp:sp modelId="{9C0505C8-BE98-4D16-86FC-0CF226D955BE}">
      <dsp:nvSpPr>
        <dsp:cNvPr id="0" name=""/>
        <dsp:cNvSpPr/>
      </dsp:nvSpPr>
      <dsp:spPr>
        <a:xfrm>
          <a:off x="6295371" y="1148416"/>
          <a:ext cx="141509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 err="1"/>
            <a:t>Qb.I.Metazoa</a:t>
          </a:r>
          <a:endParaRPr lang="en-CH" sz="1000" kern="1200" dirty="0"/>
        </a:p>
      </dsp:txBody>
      <dsp:txXfrm>
        <a:off x="6295371" y="1148416"/>
        <a:ext cx="1415092" cy="259589"/>
      </dsp:txXfrm>
    </dsp:sp>
    <dsp:sp modelId="{C7BC06C6-6CF4-4E14-9A39-B7599D3BD6FC}">
      <dsp:nvSpPr>
        <dsp:cNvPr id="0" name=""/>
        <dsp:cNvSpPr/>
      </dsp:nvSpPr>
      <dsp:spPr>
        <a:xfrm>
          <a:off x="6295371" y="1472903"/>
          <a:ext cx="141509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 err="1"/>
            <a:t>Qb.I.Viridiplantae</a:t>
          </a:r>
          <a:endParaRPr lang="en-CH" sz="1000" kern="1200" dirty="0"/>
        </a:p>
      </dsp:txBody>
      <dsp:txXfrm>
        <a:off x="6295371" y="1472903"/>
        <a:ext cx="1415092" cy="259589"/>
      </dsp:txXfrm>
    </dsp:sp>
    <dsp:sp modelId="{F9D026B3-8135-436E-ADAA-ED22B17E9C30}">
      <dsp:nvSpPr>
        <dsp:cNvPr id="0" name=""/>
        <dsp:cNvSpPr/>
      </dsp:nvSpPr>
      <dsp:spPr>
        <a:xfrm>
          <a:off x="6295371" y="1797391"/>
          <a:ext cx="141509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Qb.I.Fungi</a:t>
          </a:r>
          <a:endParaRPr lang="en-CH" sz="1000" kern="1200" dirty="0"/>
        </a:p>
      </dsp:txBody>
      <dsp:txXfrm>
        <a:off x="6295371" y="1797391"/>
        <a:ext cx="1415092" cy="259589"/>
      </dsp:txXfrm>
    </dsp:sp>
    <dsp:sp modelId="{2E7C9942-C788-4FD4-AB41-B98866F19466}">
      <dsp:nvSpPr>
        <dsp:cNvPr id="0" name=""/>
        <dsp:cNvSpPr/>
      </dsp:nvSpPr>
      <dsp:spPr>
        <a:xfrm>
          <a:off x="4941574" y="2851975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Qb.II</a:t>
          </a:r>
          <a:endParaRPr lang="en-CH" sz="1600" kern="1200" dirty="0"/>
        </a:p>
      </dsp:txBody>
      <dsp:txXfrm>
        <a:off x="4941574" y="2851975"/>
        <a:ext cx="851454" cy="259589"/>
      </dsp:txXfrm>
    </dsp:sp>
    <dsp:sp modelId="{AA76D18B-495A-4A67-A7E6-67E804A3129A}">
      <dsp:nvSpPr>
        <dsp:cNvPr id="0" name=""/>
        <dsp:cNvSpPr/>
      </dsp:nvSpPr>
      <dsp:spPr>
        <a:xfrm>
          <a:off x="6295371" y="2446365"/>
          <a:ext cx="834221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Qb.II.Gos</a:t>
          </a:r>
          <a:endParaRPr lang="en-CH" sz="1000" kern="1200" dirty="0"/>
        </a:p>
      </dsp:txBody>
      <dsp:txXfrm>
        <a:off x="6295371" y="2446365"/>
        <a:ext cx="834221" cy="259589"/>
      </dsp:txXfrm>
    </dsp:sp>
    <dsp:sp modelId="{76825784-8991-49DE-BA75-D6847E15EDE3}">
      <dsp:nvSpPr>
        <dsp:cNvPr id="0" name=""/>
        <dsp:cNvSpPr/>
      </dsp:nvSpPr>
      <dsp:spPr>
        <a:xfrm>
          <a:off x="8371482" y="2121878"/>
          <a:ext cx="1541210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Qb.II.Gos.Gos2</a:t>
          </a:r>
          <a:endParaRPr lang="en-CH" sz="1000" kern="1200" dirty="0"/>
        </a:p>
      </dsp:txBody>
      <dsp:txXfrm>
        <a:off x="8371482" y="2121878"/>
        <a:ext cx="1541210" cy="259589"/>
      </dsp:txXfrm>
    </dsp:sp>
    <dsp:sp modelId="{F04DE97B-2416-4FAB-88B6-E39C01933B64}">
      <dsp:nvSpPr>
        <dsp:cNvPr id="0" name=""/>
        <dsp:cNvSpPr/>
      </dsp:nvSpPr>
      <dsp:spPr>
        <a:xfrm>
          <a:off x="8371482" y="2446365"/>
          <a:ext cx="1541210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Qb.II.Gos.Viridiplantae</a:t>
          </a:r>
          <a:endParaRPr lang="en-CH" sz="1000" kern="1200" dirty="0"/>
        </a:p>
      </dsp:txBody>
      <dsp:txXfrm>
        <a:off x="8371482" y="2446365"/>
        <a:ext cx="1541210" cy="259589"/>
      </dsp:txXfrm>
    </dsp:sp>
    <dsp:sp modelId="{C5162589-FDC8-4935-84FE-2D30BD6D5EE7}">
      <dsp:nvSpPr>
        <dsp:cNvPr id="0" name=""/>
        <dsp:cNvSpPr/>
      </dsp:nvSpPr>
      <dsp:spPr>
        <a:xfrm>
          <a:off x="8371482" y="2770853"/>
          <a:ext cx="1541210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Qb.II.Gos.Fungi</a:t>
          </a:r>
          <a:endParaRPr lang="en-CH" sz="1000" kern="1200" dirty="0"/>
        </a:p>
      </dsp:txBody>
      <dsp:txXfrm>
        <a:off x="8371482" y="2770853"/>
        <a:ext cx="1541210" cy="259589"/>
      </dsp:txXfrm>
    </dsp:sp>
    <dsp:sp modelId="{15E1BB8C-034E-4D43-B117-84FB15952416}">
      <dsp:nvSpPr>
        <dsp:cNvPr id="0" name=""/>
        <dsp:cNvSpPr/>
      </dsp:nvSpPr>
      <dsp:spPr>
        <a:xfrm>
          <a:off x="6295371" y="3257584"/>
          <a:ext cx="834221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Qb.II.MemBos</a:t>
          </a:r>
          <a:endParaRPr lang="en-CH" sz="1000" kern="1200" dirty="0"/>
        </a:p>
      </dsp:txBody>
      <dsp:txXfrm>
        <a:off x="6295371" y="3257584"/>
        <a:ext cx="834221" cy="259589"/>
      </dsp:txXfrm>
    </dsp:sp>
    <dsp:sp modelId="{309DDF3F-C879-483A-9872-18B514664C0F}">
      <dsp:nvSpPr>
        <dsp:cNvPr id="0" name=""/>
        <dsp:cNvSpPr/>
      </dsp:nvSpPr>
      <dsp:spPr>
        <a:xfrm>
          <a:off x="8371482" y="3095340"/>
          <a:ext cx="150554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Qb.II.MemBos.Membrin</a:t>
          </a:r>
          <a:endParaRPr lang="en-CH" sz="1000" kern="1200" dirty="0"/>
        </a:p>
      </dsp:txBody>
      <dsp:txXfrm>
        <a:off x="8371482" y="3095340"/>
        <a:ext cx="1505542" cy="259589"/>
      </dsp:txXfrm>
    </dsp:sp>
    <dsp:sp modelId="{F31EAEC9-4B58-4DBD-955C-4A7587BDC79C}">
      <dsp:nvSpPr>
        <dsp:cNvPr id="0" name=""/>
        <dsp:cNvSpPr/>
      </dsp:nvSpPr>
      <dsp:spPr>
        <a:xfrm>
          <a:off x="8371482" y="3419828"/>
          <a:ext cx="150554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Qb.II.MemBos.Bos1</a:t>
          </a:r>
          <a:endParaRPr lang="en-CH" sz="1000" kern="1200" dirty="0"/>
        </a:p>
      </dsp:txBody>
      <dsp:txXfrm>
        <a:off x="8371482" y="3419828"/>
        <a:ext cx="1505542" cy="259589"/>
      </dsp:txXfrm>
    </dsp:sp>
    <dsp:sp modelId="{CA960FB4-E464-42C9-8D0D-E5F88B189548}">
      <dsp:nvSpPr>
        <dsp:cNvPr id="0" name=""/>
        <dsp:cNvSpPr/>
      </dsp:nvSpPr>
      <dsp:spPr>
        <a:xfrm>
          <a:off x="4941574" y="4393290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Qb.III</a:t>
          </a:r>
          <a:endParaRPr lang="en-CH" sz="1600" kern="1200" dirty="0"/>
        </a:p>
      </dsp:txBody>
      <dsp:txXfrm>
        <a:off x="4941574" y="4393290"/>
        <a:ext cx="851454" cy="259589"/>
      </dsp:txXfrm>
    </dsp:sp>
    <dsp:sp modelId="{A81F0C68-78A1-466C-A8BC-5B5315EA8B50}">
      <dsp:nvSpPr>
        <dsp:cNvPr id="0" name=""/>
        <dsp:cNvSpPr/>
      </dsp:nvSpPr>
      <dsp:spPr>
        <a:xfrm>
          <a:off x="6295371" y="4231046"/>
          <a:ext cx="838308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Qb.III.b</a:t>
          </a:r>
          <a:endParaRPr lang="en-CH" sz="1000" kern="1200" dirty="0"/>
        </a:p>
      </dsp:txBody>
      <dsp:txXfrm>
        <a:off x="6295371" y="4231046"/>
        <a:ext cx="838308" cy="259589"/>
      </dsp:txXfrm>
    </dsp:sp>
    <dsp:sp modelId="{402D206B-8CA6-40E2-BD43-120D0389BA24}">
      <dsp:nvSpPr>
        <dsp:cNvPr id="0" name=""/>
        <dsp:cNvSpPr/>
      </dsp:nvSpPr>
      <dsp:spPr>
        <a:xfrm>
          <a:off x="8375569" y="3744315"/>
          <a:ext cx="1351395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Qb.III.b.SAR</a:t>
          </a:r>
          <a:endParaRPr lang="en-CH" sz="1000" kern="1200" dirty="0"/>
        </a:p>
      </dsp:txBody>
      <dsp:txXfrm>
        <a:off x="8375569" y="3744315"/>
        <a:ext cx="1351395" cy="259589"/>
      </dsp:txXfrm>
    </dsp:sp>
    <dsp:sp modelId="{08611881-4F71-468F-AAD1-A731F992C2ED}">
      <dsp:nvSpPr>
        <dsp:cNvPr id="0" name=""/>
        <dsp:cNvSpPr/>
      </dsp:nvSpPr>
      <dsp:spPr>
        <a:xfrm>
          <a:off x="8375569" y="4068802"/>
          <a:ext cx="1351395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Qb.III.b.Metazoa</a:t>
          </a:r>
          <a:endParaRPr lang="en-CH" sz="1000" kern="1200" dirty="0"/>
        </a:p>
      </dsp:txBody>
      <dsp:txXfrm>
        <a:off x="8375569" y="4068802"/>
        <a:ext cx="1351395" cy="259589"/>
      </dsp:txXfrm>
    </dsp:sp>
    <dsp:sp modelId="{17C5B00F-B7D3-48F6-962F-26CEA3E49881}">
      <dsp:nvSpPr>
        <dsp:cNvPr id="0" name=""/>
        <dsp:cNvSpPr/>
      </dsp:nvSpPr>
      <dsp:spPr>
        <a:xfrm>
          <a:off x="8375569" y="4393290"/>
          <a:ext cx="1351395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Qb.III.b.Viridiplantae</a:t>
          </a:r>
          <a:endParaRPr lang="en-CH" sz="1000" kern="1200" dirty="0"/>
        </a:p>
      </dsp:txBody>
      <dsp:txXfrm>
        <a:off x="8375569" y="4393290"/>
        <a:ext cx="1351395" cy="259589"/>
      </dsp:txXfrm>
    </dsp:sp>
    <dsp:sp modelId="{B30EC4D6-531E-4BCB-BC19-C1835281D486}">
      <dsp:nvSpPr>
        <dsp:cNvPr id="0" name=""/>
        <dsp:cNvSpPr/>
      </dsp:nvSpPr>
      <dsp:spPr>
        <a:xfrm>
          <a:off x="8375569" y="4717777"/>
          <a:ext cx="1351395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Qb.III.b.Fungi</a:t>
          </a:r>
          <a:endParaRPr lang="en-CH" sz="1000" kern="1200" dirty="0"/>
        </a:p>
      </dsp:txBody>
      <dsp:txXfrm>
        <a:off x="8375569" y="4717777"/>
        <a:ext cx="1351395" cy="259589"/>
      </dsp:txXfrm>
    </dsp:sp>
    <dsp:sp modelId="{6661A560-440E-4D8B-8886-86E25A89447D}">
      <dsp:nvSpPr>
        <dsp:cNvPr id="0" name=""/>
        <dsp:cNvSpPr/>
      </dsp:nvSpPr>
      <dsp:spPr>
        <a:xfrm>
          <a:off x="6295371" y="4555534"/>
          <a:ext cx="838308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Qb.III.d</a:t>
          </a:r>
          <a:endParaRPr lang="en-CH" sz="1000" kern="1200" dirty="0"/>
        </a:p>
      </dsp:txBody>
      <dsp:txXfrm>
        <a:off x="6295371" y="4555534"/>
        <a:ext cx="838308" cy="259589"/>
      </dsp:txXfrm>
    </dsp:sp>
    <dsp:sp modelId="{6AF50DE9-7908-466B-85E1-FC136672E8C8}">
      <dsp:nvSpPr>
        <dsp:cNvPr id="0" name=""/>
        <dsp:cNvSpPr/>
      </dsp:nvSpPr>
      <dsp:spPr>
        <a:xfrm>
          <a:off x="4941574" y="4717777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Qa.IV</a:t>
          </a:r>
          <a:endParaRPr lang="en-CH" sz="1600" kern="1200" dirty="0"/>
        </a:p>
      </dsp:txBody>
      <dsp:txXfrm>
        <a:off x="4941574" y="4717777"/>
        <a:ext cx="851454" cy="259589"/>
      </dsp:txXfrm>
    </dsp:sp>
    <dsp:sp modelId="{E2E9BF89-6171-46E4-8D20-2ACA9BF8B716}">
      <dsp:nvSpPr>
        <dsp:cNvPr id="0" name=""/>
        <dsp:cNvSpPr/>
      </dsp:nvSpPr>
      <dsp:spPr>
        <a:xfrm>
          <a:off x="3163557" y="6368295"/>
          <a:ext cx="1139629" cy="36567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 err="1"/>
            <a:t>Qc</a:t>
          </a:r>
          <a:endParaRPr lang="en-CH" sz="1800" kern="1200" dirty="0"/>
        </a:p>
      </dsp:txBody>
      <dsp:txXfrm>
        <a:off x="3163557" y="6368295"/>
        <a:ext cx="1139629" cy="365671"/>
      </dsp:txXfrm>
    </dsp:sp>
    <dsp:sp modelId="{14D816D5-9E28-4147-B2C1-BA8E8422C11B}">
      <dsp:nvSpPr>
        <dsp:cNvPr id="0" name=""/>
        <dsp:cNvSpPr/>
      </dsp:nvSpPr>
      <dsp:spPr>
        <a:xfrm>
          <a:off x="4941574" y="5366752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 err="1"/>
            <a:t>Qc.I</a:t>
          </a:r>
          <a:endParaRPr lang="en-CH" sz="1600" kern="1200" dirty="0"/>
        </a:p>
      </dsp:txBody>
      <dsp:txXfrm>
        <a:off x="4941574" y="5366752"/>
        <a:ext cx="851454" cy="259589"/>
      </dsp:txXfrm>
    </dsp:sp>
    <dsp:sp modelId="{18CF1E5B-E0EF-4465-A616-6D14F65774A1}">
      <dsp:nvSpPr>
        <dsp:cNvPr id="0" name=""/>
        <dsp:cNvSpPr/>
      </dsp:nvSpPr>
      <dsp:spPr>
        <a:xfrm>
          <a:off x="6295371" y="5042265"/>
          <a:ext cx="1102285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Qc.I.Fungi</a:t>
          </a:r>
          <a:endParaRPr lang="en-CH" sz="1000" kern="1200" dirty="0"/>
        </a:p>
      </dsp:txBody>
      <dsp:txXfrm>
        <a:off x="6295371" y="5042265"/>
        <a:ext cx="1102285" cy="259589"/>
      </dsp:txXfrm>
    </dsp:sp>
    <dsp:sp modelId="{E4B5820A-28F0-49DA-BA6F-F163F8330D3C}">
      <dsp:nvSpPr>
        <dsp:cNvPr id="0" name=""/>
        <dsp:cNvSpPr/>
      </dsp:nvSpPr>
      <dsp:spPr>
        <a:xfrm>
          <a:off x="6295371" y="5366752"/>
          <a:ext cx="1102285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Qc.I.Metazoa</a:t>
          </a:r>
          <a:endParaRPr lang="en-CH" sz="1000" kern="1200" dirty="0"/>
        </a:p>
      </dsp:txBody>
      <dsp:txXfrm>
        <a:off x="6295371" y="5366752"/>
        <a:ext cx="1102285" cy="259589"/>
      </dsp:txXfrm>
    </dsp:sp>
    <dsp:sp modelId="{881476FC-01D5-4B44-9920-E5FF4520232E}">
      <dsp:nvSpPr>
        <dsp:cNvPr id="0" name=""/>
        <dsp:cNvSpPr/>
      </dsp:nvSpPr>
      <dsp:spPr>
        <a:xfrm>
          <a:off x="6295371" y="5691240"/>
          <a:ext cx="1102285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Qc.I.Viridiplantae</a:t>
          </a:r>
          <a:endParaRPr lang="en-CH" sz="1000" kern="1200" dirty="0"/>
        </a:p>
      </dsp:txBody>
      <dsp:txXfrm>
        <a:off x="6295371" y="5691240"/>
        <a:ext cx="1102285" cy="259589"/>
      </dsp:txXfrm>
    </dsp:sp>
    <dsp:sp modelId="{65A12CC8-F4A4-481D-B32B-799B2092E21F}">
      <dsp:nvSpPr>
        <dsp:cNvPr id="0" name=""/>
        <dsp:cNvSpPr/>
      </dsp:nvSpPr>
      <dsp:spPr>
        <a:xfrm>
          <a:off x="4941574" y="6177971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 err="1"/>
            <a:t>Qc.II</a:t>
          </a:r>
          <a:endParaRPr lang="en-CH" sz="1600" kern="1200" dirty="0"/>
        </a:p>
      </dsp:txBody>
      <dsp:txXfrm>
        <a:off x="4941574" y="6177971"/>
        <a:ext cx="851454" cy="259589"/>
      </dsp:txXfrm>
    </dsp:sp>
    <dsp:sp modelId="{1F4E9B64-730D-49C9-9D73-96E610EF7E34}">
      <dsp:nvSpPr>
        <dsp:cNvPr id="0" name=""/>
        <dsp:cNvSpPr/>
      </dsp:nvSpPr>
      <dsp:spPr>
        <a:xfrm>
          <a:off x="6295371" y="6015727"/>
          <a:ext cx="1092544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Qc.II.Sft1</a:t>
          </a:r>
          <a:endParaRPr lang="en-CH" sz="1000" kern="1200" dirty="0"/>
        </a:p>
      </dsp:txBody>
      <dsp:txXfrm>
        <a:off x="6295371" y="6015727"/>
        <a:ext cx="1092544" cy="259589"/>
      </dsp:txXfrm>
    </dsp:sp>
    <dsp:sp modelId="{2701E3F1-8BEF-471A-9065-27D964580C5F}">
      <dsp:nvSpPr>
        <dsp:cNvPr id="0" name=""/>
        <dsp:cNvSpPr/>
      </dsp:nvSpPr>
      <dsp:spPr>
        <a:xfrm>
          <a:off x="6295371" y="6340214"/>
          <a:ext cx="1092544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Qc.II.Bet1</a:t>
          </a:r>
          <a:endParaRPr lang="en-CH" sz="1000" kern="1200" dirty="0"/>
        </a:p>
      </dsp:txBody>
      <dsp:txXfrm>
        <a:off x="6295371" y="6340214"/>
        <a:ext cx="1092544" cy="259589"/>
      </dsp:txXfrm>
    </dsp:sp>
    <dsp:sp modelId="{9FBCDCEA-11F0-4BDB-AA1D-FABDE0E3E91A}">
      <dsp:nvSpPr>
        <dsp:cNvPr id="0" name=""/>
        <dsp:cNvSpPr/>
      </dsp:nvSpPr>
      <dsp:spPr>
        <a:xfrm>
          <a:off x="4941574" y="7475920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 err="1"/>
            <a:t>Qc.III</a:t>
          </a:r>
          <a:endParaRPr lang="en-CH" sz="1600" kern="1200" dirty="0"/>
        </a:p>
      </dsp:txBody>
      <dsp:txXfrm>
        <a:off x="4941574" y="7475920"/>
        <a:ext cx="851454" cy="259589"/>
      </dsp:txXfrm>
    </dsp:sp>
    <dsp:sp modelId="{CBF68269-D891-46AF-AB99-1AE647BD5FEA}">
      <dsp:nvSpPr>
        <dsp:cNvPr id="0" name=""/>
        <dsp:cNvSpPr/>
      </dsp:nvSpPr>
      <dsp:spPr>
        <a:xfrm>
          <a:off x="6295371" y="6989189"/>
          <a:ext cx="627667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Qc.III.b</a:t>
          </a:r>
          <a:endParaRPr lang="en-CH" sz="1000" kern="1200" dirty="0"/>
        </a:p>
      </dsp:txBody>
      <dsp:txXfrm>
        <a:off x="6295371" y="6989189"/>
        <a:ext cx="627667" cy="259589"/>
      </dsp:txXfrm>
    </dsp:sp>
    <dsp:sp modelId="{212B3FF7-6187-433B-80DD-2E96632593BE}">
      <dsp:nvSpPr>
        <dsp:cNvPr id="0" name=""/>
        <dsp:cNvSpPr/>
      </dsp:nvSpPr>
      <dsp:spPr>
        <a:xfrm>
          <a:off x="8164927" y="6664702"/>
          <a:ext cx="1133950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Qc.III.b.Syp7</a:t>
          </a:r>
          <a:endParaRPr lang="en-CH" sz="1000" kern="1200" dirty="0"/>
        </a:p>
      </dsp:txBody>
      <dsp:txXfrm>
        <a:off x="8164927" y="6664702"/>
        <a:ext cx="1133950" cy="259589"/>
      </dsp:txXfrm>
    </dsp:sp>
    <dsp:sp modelId="{01069ED2-9041-49DC-95B9-52DB2486E4E9}">
      <dsp:nvSpPr>
        <dsp:cNvPr id="0" name=""/>
        <dsp:cNvSpPr/>
      </dsp:nvSpPr>
      <dsp:spPr>
        <a:xfrm>
          <a:off x="8164927" y="6989189"/>
          <a:ext cx="1133950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Qc.III.b.Metazoa</a:t>
          </a:r>
          <a:endParaRPr lang="en-CH" sz="1000" kern="1200" dirty="0"/>
        </a:p>
      </dsp:txBody>
      <dsp:txXfrm>
        <a:off x="8164927" y="6989189"/>
        <a:ext cx="1133950" cy="259589"/>
      </dsp:txXfrm>
    </dsp:sp>
    <dsp:sp modelId="{290A8424-4D0A-4E43-8169-AE8DD1231D41}">
      <dsp:nvSpPr>
        <dsp:cNvPr id="0" name=""/>
        <dsp:cNvSpPr/>
      </dsp:nvSpPr>
      <dsp:spPr>
        <a:xfrm>
          <a:off x="8164927" y="7313677"/>
          <a:ext cx="1133950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Qc.III.b.Fungi</a:t>
          </a:r>
          <a:endParaRPr lang="en-CH" sz="1000" kern="1200" dirty="0"/>
        </a:p>
      </dsp:txBody>
      <dsp:txXfrm>
        <a:off x="8164927" y="7313677"/>
        <a:ext cx="1133950" cy="259589"/>
      </dsp:txXfrm>
    </dsp:sp>
    <dsp:sp modelId="{C8057641-544B-48C1-827F-A488F01D6A50}">
      <dsp:nvSpPr>
        <dsp:cNvPr id="0" name=""/>
        <dsp:cNvSpPr/>
      </dsp:nvSpPr>
      <dsp:spPr>
        <a:xfrm>
          <a:off x="6295371" y="7962651"/>
          <a:ext cx="627667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Qc.III.c</a:t>
          </a:r>
          <a:endParaRPr lang="en-CH" sz="1000" kern="1200" dirty="0"/>
        </a:p>
      </dsp:txBody>
      <dsp:txXfrm>
        <a:off x="6295371" y="7962651"/>
        <a:ext cx="627667" cy="259589"/>
      </dsp:txXfrm>
    </dsp:sp>
    <dsp:sp modelId="{485468C6-3E2D-4361-AFD6-5A27174BEB9E}">
      <dsp:nvSpPr>
        <dsp:cNvPr id="0" name=""/>
        <dsp:cNvSpPr/>
      </dsp:nvSpPr>
      <dsp:spPr>
        <a:xfrm>
          <a:off x="8164927" y="7638164"/>
          <a:ext cx="1121740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Qc.III.c.Syx8</a:t>
          </a:r>
          <a:endParaRPr lang="en-CH" sz="1000" kern="1200" dirty="0"/>
        </a:p>
      </dsp:txBody>
      <dsp:txXfrm>
        <a:off x="8164927" y="7638164"/>
        <a:ext cx="1121740" cy="259589"/>
      </dsp:txXfrm>
    </dsp:sp>
    <dsp:sp modelId="{64CE5E9A-6C27-4A76-811C-4E04AFFFD2A0}">
      <dsp:nvSpPr>
        <dsp:cNvPr id="0" name=""/>
        <dsp:cNvSpPr/>
      </dsp:nvSpPr>
      <dsp:spPr>
        <a:xfrm>
          <a:off x="8164927" y="7962651"/>
          <a:ext cx="1121740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Qc.III.c.Vam7</a:t>
          </a:r>
          <a:endParaRPr lang="en-CH" sz="1000" kern="1200" dirty="0"/>
        </a:p>
      </dsp:txBody>
      <dsp:txXfrm>
        <a:off x="8164927" y="7962651"/>
        <a:ext cx="1121740" cy="259589"/>
      </dsp:txXfrm>
    </dsp:sp>
    <dsp:sp modelId="{1F3BAAAC-30A4-43C1-80AC-4D3DBBB7750F}">
      <dsp:nvSpPr>
        <dsp:cNvPr id="0" name=""/>
        <dsp:cNvSpPr/>
      </dsp:nvSpPr>
      <dsp:spPr>
        <a:xfrm>
          <a:off x="8164927" y="8287139"/>
          <a:ext cx="1121740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Qc.III.c.Syp5</a:t>
          </a:r>
          <a:endParaRPr lang="en-CH" sz="1000" kern="1200" dirty="0"/>
        </a:p>
      </dsp:txBody>
      <dsp:txXfrm>
        <a:off x="8164927" y="8287139"/>
        <a:ext cx="1121740" cy="259589"/>
      </dsp:txXfrm>
    </dsp:sp>
    <dsp:sp modelId="{A660373F-58DC-4560-9937-58AC557104B0}">
      <dsp:nvSpPr>
        <dsp:cNvPr id="0" name=""/>
        <dsp:cNvSpPr/>
      </dsp:nvSpPr>
      <dsp:spPr>
        <a:xfrm>
          <a:off x="3163557" y="10343266"/>
          <a:ext cx="1139629" cy="36567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R</a:t>
          </a:r>
          <a:endParaRPr lang="en-CH" sz="1800" kern="1200" dirty="0"/>
        </a:p>
      </dsp:txBody>
      <dsp:txXfrm>
        <a:off x="3163557" y="10343266"/>
        <a:ext cx="1139629" cy="365671"/>
      </dsp:txXfrm>
    </dsp:sp>
    <dsp:sp modelId="{A03DC2FC-0105-41F2-8AA0-DE271D568108}">
      <dsp:nvSpPr>
        <dsp:cNvPr id="0" name=""/>
        <dsp:cNvSpPr/>
      </dsp:nvSpPr>
      <dsp:spPr>
        <a:xfrm>
          <a:off x="4941574" y="8936114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R.I</a:t>
          </a:r>
          <a:endParaRPr lang="en-CH" sz="1600" kern="1200" dirty="0"/>
        </a:p>
      </dsp:txBody>
      <dsp:txXfrm>
        <a:off x="4941574" y="8936114"/>
        <a:ext cx="851454" cy="259589"/>
      </dsp:txXfrm>
    </dsp:sp>
    <dsp:sp modelId="{86806170-5214-4BDB-9211-568AE9FFB44D}">
      <dsp:nvSpPr>
        <dsp:cNvPr id="0" name=""/>
        <dsp:cNvSpPr/>
      </dsp:nvSpPr>
      <dsp:spPr>
        <a:xfrm>
          <a:off x="6287095" y="8624040"/>
          <a:ext cx="122611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R.I.Fungi</a:t>
          </a:r>
          <a:endParaRPr lang="en-CH" sz="1000" kern="1200" dirty="0"/>
        </a:p>
      </dsp:txBody>
      <dsp:txXfrm>
        <a:off x="6287095" y="8624040"/>
        <a:ext cx="1226112" cy="259589"/>
      </dsp:txXfrm>
    </dsp:sp>
    <dsp:sp modelId="{8C279744-5332-4C4B-AEA2-A0B2127491E1}">
      <dsp:nvSpPr>
        <dsp:cNvPr id="0" name=""/>
        <dsp:cNvSpPr/>
      </dsp:nvSpPr>
      <dsp:spPr>
        <a:xfrm>
          <a:off x="6287095" y="8948527"/>
          <a:ext cx="122611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R.I.Metazoa</a:t>
          </a:r>
          <a:endParaRPr lang="en-CH" sz="1000" kern="1200" dirty="0"/>
        </a:p>
      </dsp:txBody>
      <dsp:txXfrm>
        <a:off x="6287095" y="8948527"/>
        <a:ext cx="1226112" cy="259589"/>
      </dsp:txXfrm>
    </dsp:sp>
    <dsp:sp modelId="{C06A69F9-01A1-4BE7-9605-214F0A7006DD}">
      <dsp:nvSpPr>
        <dsp:cNvPr id="0" name=""/>
        <dsp:cNvSpPr/>
      </dsp:nvSpPr>
      <dsp:spPr>
        <a:xfrm>
          <a:off x="6287095" y="9273015"/>
          <a:ext cx="122611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R.I.Viridiplantae</a:t>
          </a:r>
          <a:endParaRPr lang="en-CH" sz="1000" kern="1200" dirty="0"/>
        </a:p>
      </dsp:txBody>
      <dsp:txXfrm>
        <a:off x="6287095" y="9273015"/>
        <a:ext cx="1226112" cy="259589"/>
      </dsp:txXfrm>
    </dsp:sp>
    <dsp:sp modelId="{F68A682A-0E60-4295-BA28-9D959B58119C}">
      <dsp:nvSpPr>
        <dsp:cNvPr id="0" name=""/>
        <dsp:cNvSpPr/>
      </dsp:nvSpPr>
      <dsp:spPr>
        <a:xfrm>
          <a:off x="4941574" y="9260601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R.II</a:t>
          </a:r>
          <a:endParaRPr lang="en-CH" sz="1600" kern="1200" dirty="0"/>
        </a:p>
      </dsp:txBody>
      <dsp:txXfrm>
        <a:off x="4941574" y="9260601"/>
        <a:ext cx="851454" cy="259589"/>
      </dsp:txXfrm>
    </dsp:sp>
    <dsp:sp modelId="{7337E9F0-BEEB-40C1-82B0-6E31725701D9}">
      <dsp:nvSpPr>
        <dsp:cNvPr id="0" name=""/>
        <dsp:cNvSpPr/>
      </dsp:nvSpPr>
      <dsp:spPr>
        <a:xfrm>
          <a:off x="4941574" y="10071820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R.III</a:t>
          </a:r>
          <a:endParaRPr lang="en-CH" sz="1600" kern="1200" dirty="0"/>
        </a:p>
      </dsp:txBody>
      <dsp:txXfrm>
        <a:off x="4941574" y="10071820"/>
        <a:ext cx="851454" cy="259589"/>
      </dsp:txXfrm>
    </dsp:sp>
    <dsp:sp modelId="{158A25C6-B2CE-42F9-85BA-CD0C43C6208D}">
      <dsp:nvSpPr>
        <dsp:cNvPr id="0" name=""/>
        <dsp:cNvSpPr/>
      </dsp:nvSpPr>
      <dsp:spPr>
        <a:xfrm>
          <a:off x="6287095" y="9597502"/>
          <a:ext cx="122611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R.III.Vamp4</a:t>
          </a:r>
          <a:endParaRPr lang="en-CH" sz="1000" kern="1200" dirty="0"/>
        </a:p>
      </dsp:txBody>
      <dsp:txXfrm>
        <a:off x="6287095" y="9597502"/>
        <a:ext cx="1226112" cy="259589"/>
      </dsp:txXfrm>
    </dsp:sp>
    <dsp:sp modelId="{72988EE0-ECB5-44D0-A964-ABF1468E8015}">
      <dsp:nvSpPr>
        <dsp:cNvPr id="0" name=""/>
        <dsp:cNvSpPr/>
      </dsp:nvSpPr>
      <dsp:spPr>
        <a:xfrm>
          <a:off x="6287095" y="9921990"/>
          <a:ext cx="122611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R.III.Vamp7</a:t>
          </a:r>
          <a:endParaRPr lang="en-CH" sz="1000" kern="1200" dirty="0"/>
        </a:p>
      </dsp:txBody>
      <dsp:txXfrm>
        <a:off x="6287095" y="9921990"/>
        <a:ext cx="1226112" cy="259589"/>
      </dsp:txXfrm>
    </dsp:sp>
    <dsp:sp modelId="{E93A17AD-4509-4309-8C21-6313C50C71B7}">
      <dsp:nvSpPr>
        <dsp:cNvPr id="0" name=""/>
        <dsp:cNvSpPr/>
      </dsp:nvSpPr>
      <dsp:spPr>
        <a:xfrm>
          <a:off x="6287095" y="10246477"/>
          <a:ext cx="122611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R.III.Endob</a:t>
          </a:r>
          <a:endParaRPr lang="en-CH" sz="1000" kern="1200" dirty="0"/>
        </a:p>
      </dsp:txBody>
      <dsp:txXfrm>
        <a:off x="6287095" y="10246477"/>
        <a:ext cx="1226112" cy="259589"/>
      </dsp:txXfrm>
    </dsp:sp>
    <dsp:sp modelId="{95706635-4F6C-4D26-8B5B-79A0BF1B7015}">
      <dsp:nvSpPr>
        <dsp:cNvPr id="0" name=""/>
        <dsp:cNvSpPr/>
      </dsp:nvSpPr>
      <dsp:spPr>
        <a:xfrm>
          <a:off x="6287095" y="10570964"/>
          <a:ext cx="122611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R.III.Nyv1</a:t>
          </a:r>
          <a:endParaRPr lang="en-CH" sz="1000" kern="1200" dirty="0"/>
        </a:p>
      </dsp:txBody>
      <dsp:txXfrm>
        <a:off x="6287095" y="10570964"/>
        <a:ext cx="1226112" cy="259589"/>
      </dsp:txXfrm>
    </dsp:sp>
    <dsp:sp modelId="{1E9CABF9-A17B-418F-AACA-C661AE14674B}">
      <dsp:nvSpPr>
        <dsp:cNvPr id="0" name=""/>
        <dsp:cNvSpPr/>
      </dsp:nvSpPr>
      <dsp:spPr>
        <a:xfrm>
          <a:off x="4941574" y="11045282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R.IV</a:t>
          </a:r>
          <a:endParaRPr lang="en-CH" sz="1600" kern="1200" dirty="0"/>
        </a:p>
      </dsp:txBody>
      <dsp:txXfrm>
        <a:off x="4941574" y="11045282"/>
        <a:ext cx="851454" cy="259589"/>
      </dsp:txXfrm>
    </dsp:sp>
    <dsp:sp modelId="{95B85C0B-BE9E-4DF2-AD1B-799DED7949C4}">
      <dsp:nvSpPr>
        <dsp:cNvPr id="0" name=""/>
        <dsp:cNvSpPr/>
      </dsp:nvSpPr>
      <dsp:spPr>
        <a:xfrm>
          <a:off x="6287095" y="10895452"/>
          <a:ext cx="122611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R.IV.Fungi</a:t>
          </a:r>
          <a:endParaRPr lang="en-CH" sz="1000" kern="1200" dirty="0"/>
        </a:p>
      </dsp:txBody>
      <dsp:txXfrm>
        <a:off x="6287095" y="10895452"/>
        <a:ext cx="1226112" cy="259589"/>
      </dsp:txXfrm>
    </dsp:sp>
    <dsp:sp modelId="{AADDFBC9-FDC1-4F1D-9D6E-FA65599475EA}">
      <dsp:nvSpPr>
        <dsp:cNvPr id="0" name=""/>
        <dsp:cNvSpPr/>
      </dsp:nvSpPr>
      <dsp:spPr>
        <a:xfrm>
          <a:off x="6287095" y="11219939"/>
          <a:ext cx="122611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R.IV.Metazoa</a:t>
          </a:r>
          <a:endParaRPr lang="en-CH" sz="1000" kern="1200" dirty="0"/>
        </a:p>
      </dsp:txBody>
      <dsp:txXfrm>
        <a:off x="6287095" y="11219939"/>
        <a:ext cx="1226112" cy="259589"/>
      </dsp:txXfrm>
    </dsp:sp>
    <dsp:sp modelId="{91D69238-1800-451B-ADE6-0BA9CD25843D}">
      <dsp:nvSpPr>
        <dsp:cNvPr id="0" name=""/>
        <dsp:cNvSpPr/>
      </dsp:nvSpPr>
      <dsp:spPr>
        <a:xfrm>
          <a:off x="4941574" y="11856500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 err="1"/>
            <a:t>R.Reg</a:t>
          </a:r>
          <a:endParaRPr lang="en-CH" sz="1600" kern="1200" dirty="0"/>
        </a:p>
      </dsp:txBody>
      <dsp:txXfrm>
        <a:off x="4941574" y="11856500"/>
        <a:ext cx="851454" cy="259589"/>
      </dsp:txXfrm>
    </dsp:sp>
    <dsp:sp modelId="{FA2D1F24-3BAD-4E07-9E22-07C2501CE7AC}">
      <dsp:nvSpPr>
        <dsp:cNvPr id="0" name=""/>
        <dsp:cNvSpPr/>
      </dsp:nvSpPr>
      <dsp:spPr>
        <a:xfrm>
          <a:off x="6287095" y="11544427"/>
          <a:ext cx="122611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R.Reg.Fungi</a:t>
          </a:r>
          <a:endParaRPr lang="en-CH" sz="1000" kern="1200" dirty="0"/>
        </a:p>
      </dsp:txBody>
      <dsp:txXfrm>
        <a:off x="6287095" y="11544427"/>
        <a:ext cx="1226112" cy="259589"/>
      </dsp:txXfrm>
    </dsp:sp>
    <dsp:sp modelId="{1875433C-D942-45DC-848F-51B32EAC9395}">
      <dsp:nvSpPr>
        <dsp:cNvPr id="0" name=""/>
        <dsp:cNvSpPr/>
      </dsp:nvSpPr>
      <dsp:spPr>
        <a:xfrm>
          <a:off x="6287095" y="11868914"/>
          <a:ext cx="122611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R.Reg.Metazoa</a:t>
          </a:r>
          <a:endParaRPr lang="en-CH" sz="1000" kern="1200" dirty="0"/>
        </a:p>
      </dsp:txBody>
      <dsp:txXfrm>
        <a:off x="6287095" y="11868914"/>
        <a:ext cx="1226112" cy="259589"/>
      </dsp:txXfrm>
    </dsp:sp>
    <dsp:sp modelId="{F28320B4-D2E4-4A03-9D99-054F6390BB66}">
      <dsp:nvSpPr>
        <dsp:cNvPr id="0" name=""/>
        <dsp:cNvSpPr/>
      </dsp:nvSpPr>
      <dsp:spPr>
        <a:xfrm>
          <a:off x="6287095" y="12193401"/>
          <a:ext cx="1226112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/>
            <a:t>R.Reg.Viridiplantae</a:t>
          </a:r>
          <a:endParaRPr lang="en-CH" sz="1000" kern="1200" dirty="0"/>
        </a:p>
      </dsp:txBody>
      <dsp:txXfrm>
        <a:off x="6287095" y="12193401"/>
        <a:ext cx="1226112" cy="259589"/>
      </dsp:txXfrm>
    </dsp:sp>
    <dsp:sp modelId="{848093C5-C130-4453-BA26-2FFFDA4053D4}">
      <dsp:nvSpPr>
        <dsp:cNvPr id="0" name=""/>
        <dsp:cNvSpPr/>
      </dsp:nvSpPr>
      <dsp:spPr>
        <a:xfrm>
          <a:off x="3163557" y="13263653"/>
          <a:ext cx="1139629" cy="36567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SNAP</a:t>
          </a:r>
          <a:endParaRPr lang="en-CH" sz="1800" kern="1200" dirty="0"/>
        </a:p>
      </dsp:txBody>
      <dsp:txXfrm>
        <a:off x="3163557" y="13263653"/>
        <a:ext cx="1139629" cy="365671"/>
      </dsp:txXfrm>
    </dsp:sp>
    <dsp:sp modelId="{497CC98E-F239-4C8B-8FA3-DADC2D1B2969}">
      <dsp:nvSpPr>
        <dsp:cNvPr id="0" name=""/>
        <dsp:cNvSpPr/>
      </dsp:nvSpPr>
      <dsp:spPr>
        <a:xfrm>
          <a:off x="4941574" y="12829963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 err="1"/>
            <a:t>SNAP.b</a:t>
          </a:r>
          <a:endParaRPr lang="en-CH" sz="1600" kern="1200" dirty="0"/>
        </a:p>
      </dsp:txBody>
      <dsp:txXfrm>
        <a:off x="4941574" y="12829963"/>
        <a:ext cx="851454" cy="259589"/>
      </dsp:txXfrm>
    </dsp:sp>
    <dsp:sp modelId="{2652B7B2-A5DA-482F-9A80-4F628FC24E89}">
      <dsp:nvSpPr>
        <dsp:cNvPr id="0" name=""/>
        <dsp:cNvSpPr/>
      </dsp:nvSpPr>
      <dsp:spPr>
        <a:xfrm>
          <a:off x="6295371" y="12505475"/>
          <a:ext cx="963693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SNAP.b.Sec9</a:t>
          </a:r>
          <a:endParaRPr lang="en-CH" sz="1000" kern="1200" dirty="0"/>
        </a:p>
      </dsp:txBody>
      <dsp:txXfrm>
        <a:off x="6295371" y="12505475"/>
        <a:ext cx="963693" cy="259589"/>
      </dsp:txXfrm>
    </dsp:sp>
    <dsp:sp modelId="{001282A7-6CA5-4A63-ACCE-CED3264A90BC}">
      <dsp:nvSpPr>
        <dsp:cNvPr id="0" name=""/>
        <dsp:cNvSpPr/>
      </dsp:nvSpPr>
      <dsp:spPr>
        <a:xfrm>
          <a:off x="6295371" y="12829963"/>
          <a:ext cx="963693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SNAP.b.SN29</a:t>
          </a:r>
          <a:endParaRPr lang="en-CH" sz="1000" kern="1200" dirty="0"/>
        </a:p>
      </dsp:txBody>
      <dsp:txXfrm>
        <a:off x="6295371" y="12829963"/>
        <a:ext cx="963693" cy="259589"/>
      </dsp:txXfrm>
    </dsp:sp>
    <dsp:sp modelId="{A87141CE-5100-4FCA-B9AF-015E8CE69C9A}">
      <dsp:nvSpPr>
        <dsp:cNvPr id="0" name=""/>
        <dsp:cNvSpPr/>
      </dsp:nvSpPr>
      <dsp:spPr>
        <a:xfrm>
          <a:off x="6295371" y="13154450"/>
          <a:ext cx="963693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SNAP.b.SN25</a:t>
          </a:r>
          <a:endParaRPr lang="en-CH" sz="1000" kern="1200" dirty="0"/>
        </a:p>
      </dsp:txBody>
      <dsp:txXfrm>
        <a:off x="6295371" y="13154450"/>
        <a:ext cx="963693" cy="259589"/>
      </dsp:txXfrm>
    </dsp:sp>
    <dsp:sp modelId="{934FE85B-DD52-4EE1-B537-C56738AE6E52}">
      <dsp:nvSpPr>
        <dsp:cNvPr id="0" name=""/>
        <dsp:cNvSpPr/>
      </dsp:nvSpPr>
      <dsp:spPr>
        <a:xfrm>
          <a:off x="4941574" y="13803425"/>
          <a:ext cx="851454" cy="2595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 err="1"/>
            <a:t>SNAP.c</a:t>
          </a:r>
          <a:endParaRPr lang="en-CH" sz="1600" kern="1200" dirty="0"/>
        </a:p>
      </dsp:txBody>
      <dsp:txXfrm>
        <a:off x="4941574" y="13803425"/>
        <a:ext cx="851454" cy="259589"/>
      </dsp:txXfrm>
    </dsp:sp>
    <dsp:sp modelId="{8A8148FD-6D4B-4743-A031-6C964A530D01}">
      <dsp:nvSpPr>
        <dsp:cNvPr id="0" name=""/>
        <dsp:cNvSpPr/>
      </dsp:nvSpPr>
      <dsp:spPr>
        <a:xfrm>
          <a:off x="6295371" y="13478938"/>
          <a:ext cx="963693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SNAP.c.Sec9</a:t>
          </a:r>
          <a:endParaRPr lang="en-CH" sz="1000" kern="1200" dirty="0"/>
        </a:p>
      </dsp:txBody>
      <dsp:txXfrm>
        <a:off x="6295371" y="13478938"/>
        <a:ext cx="963693" cy="259589"/>
      </dsp:txXfrm>
    </dsp:sp>
    <dsp:sp modelId="{86877651-41D4-4538-AE80-9598CE806D8A}">
      <dsp:nvSpPr>
        <dsp:cNvPr id="0" name=""/>
        <dsp:cNvSpPr/>
      </dsp:nvSpPr>
      <dsp:spPr>
        <a:xfrm>
          <a:off x="6295371" y="13803425"/>
          <a:ext cx="963693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SNAP.c.SN29</a:t>
          </a:r>
          <a:endParaRPr lang="en-CH" sz="1000" kern="1200" dirty="0"/>
        </a:p>
      </dsp:txBody>
      <dsp:txXfrm>
        <a:off x="6295371" y="13803425"/>
        <a:ext cx="963693" cy="259589"/>
      </dsp:txXfrm>
    </dsp:sp>
    <dsp:sp modelId="{C5B7011E-0274-4C33-8857-B603BC96059C}">
      <dsp:nvSpPr>
        <dsp:cNvPr id="0" name=""/>
        <dsp:cNvSpPr/>
      </dsp:nvSpPr>
      <dsp:spPr>
        <a:xfrm>
          <a:off x="6295371" y="14127912"/>
          <a:ext cx="963693" cy="2595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SNAP.c.SN25</a:t>
          </a:r>
          <a:endParaRPr lang="en-CH" sz="1000" kern="1200" dirty="0"/>
        </a:p>
      </dsp:txBody>
      <dsp:txXfrm>
        <a:off x="6295371" y="14127912"/>
        <a:ext cx="963693" cy="2595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2356703"/>
            <a:ext cx="7649607" cy="5013407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7563446"/>
            <a:ext cx="6749654" cy="3476717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3018-0845-4E86-A611-29DD616FD67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A668-E785-47AD-9996-1E1CD77E7CF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353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3018-0845-4E86-A611-29DD616FD67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A668-E785-47AD-9996-1E1CD77E7CF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60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3590057"/>
            <a:ext cx="7762102" cy="5990088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9636813"/>
            <a:ext cx="7762102" cy="3150046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82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82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3018-0845-4E86-A611-29DD616FD67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A668-E785-47AD-9996-1E1CD77E7CF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037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3833390"/>
            <a:ext cx="3824804" cy="91368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3833390"/>
            <a:ext cx="3824804" cy="91368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3018-0845-4E86-A611-29DD616FD67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A668-E785-47AD-9996-1E1CD77E7CF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227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766681"/>
            <a:ext cx="7762102" cy="278337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3530053"/>
            <a:ext cx="3807226" cy="1730025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5260078"/>
            <a:ext cx="3807226" cy="77367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3530053"/>
            <a:ext cx="3825976" cy="1730025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5260078"/>
            <a:ext cx="3825976" cy="77367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3018-0845-4E86-A611-29DD616FD67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A668-E785-47AD-9996-1E1CD77E7CF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13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3018-0845-4E86-A611-29DD616FD67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A668-E785-47AD-9996-1E1CD77E7CF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43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3018-0845-4E86-A611-29DD616FD67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A668-E785-47AD-9996-1E1CD77E7CF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510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960014"/>
            <a:ext cx="2902585" cy="3360050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2073367"/>
            <a:ext cx="4556016" cy="10233485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4320064"/>
            <a:ext cx="2902585" cy="8003453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3018-0845-4E86-A611-29DD616FD67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A668-E785-47AD-9996-1E1CD77E7CF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514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960014"/>
            <a:ext cx="2902585" cy="3360050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2073367"/>
            <a:ext cx="4556016" cy="10233485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4320064"/>
            <a:ext cx="2902585" cy="8003453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3018-0845-4E86-A611-29DD616FD67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A668-E785-47AD-9996-1E1CD77E7CF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29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3018-0845-4E86-A611-29DD616FD67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A668-E785-47AD-9996-1E1CD77E7CF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8425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766678"/>
            <a:ext cx="1940525" cy="122035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766678"/>
            <a:ext cx="5709082" cy="122035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3018-0845-4E86-A611-29DD616FD67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2A668-E785-47AD-9996-1E1CD77E7CF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74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766681"/>
            <a:ext cx="776210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3833390"/>
            <a:ext cx="776210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13346867"/>
            <a:ext cx="20248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C3018-0845-4E86-A611-29DD616FD67E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13346867"/>
            <a:ext cx="303734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13346867"/>
            <a:ext cx="20248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2A668-E785-47AD-9996-1E1CD77E7CF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943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0332C08-02B2-5FDF-8403-E8765B3C4CD8}"/>
              </a:ext>
            </a:extLst>
          </p:cNvPr>
          <p:cNvSpPr/>
          <p:nvPr/>
        </p:nvSpPr>
        <p:spPr>
          <a:xfrm>
            <a:off x="232567" y="3"/>
            <a:ext cx="1262743" cy="14400213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799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092F940-A9DF-E4A6-63BD-9299FDBE338E}"/>
              </a:ext>
            </a:extLst>
          </p:cNvPr>
          <p:cNvSpPr/>
          <p:nvPr/>
        </p:nvSpPr>
        <p:spPr>
          <a:xfrm>
            <a:off x="4386543" y="-4"/>
            <a:ext cx="4406542" cy="14400213"/>
          </a:xfrm>
          <a:prstGeom prst="rect">
            <a:avLst/>
          </a:prstGeom>
          <a:solidFill>
            <a:srgbClr val="A02B9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799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C58F384-DFE3-4CD5-C41B-9DF9D0519AF1}"/>
              </a:ext>
            </a:extLst>
          </p:cNvPr>
          <p:cNvSpPr/>
          <p:nvPr/>
        </p:nvSpPr>
        <p:spPr>
          <a:xfrm>
            <a:off x="2940925" y="-2"/>
            <a:ext cx="1445618" cy="14400213"/>
          </a:xfrm>
          <a:prstGeom prst="rect">
            <a:avLst/>
          </a:prstGeom>
          <a:solidFill>
            <a:srgbClr val="0F9ED5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79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8A0B8A5-463F-9CD9-54A6-B6BB6DB5798C}"/>
              </a:ext>
            </a:extLst>
          </p:cNvPr>
          <p:cNvSpPr/>
          <p:nvPr/>
        </p:nvSpPr>
        <p:spPr>
          <a:xfrm>
            <a:off x="1495307" y="-1"/>
            <a:ext cx="1445618" cy="14400213"/>
          </a:xfrm>
          <a:prstGeom prst="rect">
            <a:avLst/>
          </a:prstGeom>
          <a:solidFill>
            <a:srgbClr val="196B2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799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003D1092-DF38-6BC6-4183-F82475D14B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1614715"/>
              </p:ext>
            </p:extLst>
          </p:nvPr>
        </p:nvGraphicFramePr>
        <p:xfrm>
          <a:off x="-1550126" y="-8"/>
          <a:ext cx="10549664" cy="14400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83163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353</Words>
  <Application>Microsoft Office PowerPoint</Application>
  <PresentationFormat>Personalizado</PresentationFormat>
  <Paragraphs>75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Pulido Quetglas</dc:creator>
  <cp:lastModifiedBy>Carlos Pulido Quetglas</cp:lastModifiedBy>
  <cp:revision>2</cp:revision>
  <dcterms:created xsi:type="dcterms:W3CDTF">2025-04-08T09:47:50Z</dcterms:created>
  <dcterms:modified xsi:type="dcterms:W3CDTF">2025-05-15T08:16:45Z</dcterms:modified>
</cp:coreProperties>
</file>