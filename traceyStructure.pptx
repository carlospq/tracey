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17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28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588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3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05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44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12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11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12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20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00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96509-9821-4C63-8482-CCBBC4AFEF28}" type="datetimeFigureOut">
              <a:rPr lang="en-GB" smtClean="0"/>
              <a:t>12/07/2022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879E3-8A79-4748-B785-B2ED44B75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87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ADB81D-72D1-4652-960E-0659088B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7" y="1427130"/>
            <a:ext cx="4208216" cy="3803822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30884333-FF72-4855-B179-C5FF0651979C}"/>
              </a:ext>
            </a:extLst>
          </p:cNvPr>
          <p:cNvGrpSpPr/>
          <p:nvPr/>
        </p:nvGrpSpPr>
        <p:grpSpPr>
          <a:xfrm>
            <a:off x="4403968" y="1100706"/>
            <a:ext cx="4942161" cy="4934333"/>
            <a:chOff x="1728860" y="9316746"/>
            <a:chExt cx="8376391" cy="7555485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FA825D8-D364-4F8B-8949-73EBF8346D16}"/>
                </a:ext>
              </a:extLst>
            </p:cNvPr>
            <p:cNvGrpSpPr/>
            <p:nvPr/>
          </p:nvGrpSpPr>
          <p:grpSpPr>
            <a:xfrm>
              <a:off x="8065856" y="12401998"/>
              <a:ext cx="2039395" cy="2294626"/>
              <a:chOff x="10957687" y="13832003"/>
              <a:chExt cx="2039395" cy="229462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438A23E-CD32-44DE-8530-453D3C7BCD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57687" y="13832003"/>
                <a:ext cx="2013995" cy="2294626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CE919D-79B5-449B-B12E-2A5A2280CADB}"/>
                  </a:ext>
                </a:extLst>
              </p:cNvPr>
              <p:cNvSpPr/>
              <p:nvPr/>
            </p:nvSpPr>
            <p:spPr>
              <a:xfrm>
                <a:off x="10977783" y="14195425"/>
                <a:ext cx="1993899" cy="1428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E2D4B7A-3D83-4BF7-857B-AB10A35669A5}"/>
                  </a:ext>
                </a:extLst>
              </p:cNvPr>
              <p:cNvSpPr/>
              <p:nvPr/>
            </p:nvSpPr>
            <p:spPr>
              <a:xfrm>
                <a:off x="11003183" y="14893925"/>
                <a:ext cx="1993899" cy="14287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FFD8B0C9-8CB8-4C66-96B0-7DB6A0230320}"/>
                </a:ext>
              </a:extLst>
            </p:cNvPr>
            <p:cNvCxnSpPr>
              <a:stCxn id="25" idx="3"/>
              <a:endCxn id="26" idx="3"/>
            </p:cNvCxnSpPr>
            <p:nvPr/>
          </p:nvCxnSpPr>
          <p:spPr>
            <a:xfrm flipH="1" flipV="1">
              <a:off x="9793246" y="10976175"/>
              <a:ext cx="312005" cy="2559183"/>
            </a:xfrm>
            <a:prstGeom prst="curvedConnector3">
              <a:avLst>
                <a:gd name="adj1" fmla="val -7326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FF8E28C-0414-4BDA-BF6F-01523191F011}"/>
                </a:ext>
              </a:extLst>
            </p:cNvPr>
            <p:cNvCxnSpPr>
              <a:stCxn id="24" idx="1"/>
              <a:endCxn id="22" idx="3"/>
            </p:cNvCxnSpPr>
            <p:nvPr/>
          </p:nvCxnSpPr>
          <p:spPr>
            <a:xfrm flipH="1" flipV="1">
              <a:off x="7170593" y="12795241"/>
              <a:ext cx="915359" cy="416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F00B842-4EF1-4D37-A2A0-35D286C185EF}"/>
                </a:ext>
              </a:extLst>
            </p:cNvPr>
            <p:cNvCxnSpPr>
              <a:cxnSpLocks/>
              <a:stCxn id="23" idx="3"/>
              <a:endCxn id="22" idx="1"/>
            </p:cNvCxnSpPr>
            <p:nvPr/>
          </p:nvCxnSpPr>
          <p:spPr>
            <a:xfrm flipV="1">
              <a:off x="4053422" y="12795241"/>
              <a:ext cx="1123272" cy="5099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958168B-FDEC-411F-AD9C-22797D527782}"/>
                </a:ext>
              </a:extLst>
            </p:cNvPr>
            <p:cNvGrpSpPr/>
            <p:nvPr/>
          </p:nvGrpSpPr>
          <p:grpSpPr>
            <a:xfrm>
              <a:off x="1728860" y="12343187"/>
              <a:ext cx="2384385" cy="1558506"/>
              <a:chOff x="1500256" y="13715485"/>
              <a:chExt cx="2384385" cy="1558506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C63B6F9C-FA5D-4DA7-A152-F4C234342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0256" y="13715485"/>
                <a:ext cx="2384385" cy="1558506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DBE9E4D-53B6-484E-A7AA-FBC967C8E938}"/>
                  </a:ext>
                </a:extLst>
              </p:cNvPr>
              <p:cNvSpPr/>
              <p:nvPr/>
            </p:nvSpPr>
            <p:spPr>
              <a:xfrm>
                <a:off x="1576918" y="14606058"/>
                <a:ext cx="2247900" cy="1428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76A7D8B-075E-40F2-B2D4-D75BC5ECA714}"/>
                  </a:ext>
                </a:extLst>
              </p:cNvPr>
              <p:cNvSpPr/>
              <p:nvPr/>
            </p:nvSpPr>
            <p:spPr>
              <a:xfrm>
                <a:off x="1576918" y="14435999"/>
                <a:ext cx="2247900" cy="142875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822A9C13-42E6-4213-8FB1-B1F905C68D1A}"/>
                </a:ext>
              </a:extLst>
            </p:cNvPr>
            <p:cNvCxnSpPr>
              <a:stCxn id="39" idx="1"/>
              <a:endCxn id="40" idx="1"/>
            </p:cNvCxnSpPr>
            <p:nvPr/>
          </p:nvCxnSpPr>
          <p:spPr>
            <a:xfrm rot="10800000" flipH="1">
              <a:off x="1805521" y="10858775"/>
              <a:ext cx="627609" cy="2276365"/>
            </a:xfrm>
            <a:prstGeom prst="curvedConnector3">
              <a:avLst>
                <a:gd name="adj1" fmla="val -36424"/>
              </a:avLst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D55764A-184B-4B73-8598-4BD0B4989B1D}"/>
                </a:ext>
              </a:extLst>
            </p:cNvPr>
            <p:cNvGrpSpPr/>
            <p:nvPr/>
          </p:nvGrpSpPr>
          <p:grpSpPr>
            <a:xfrm>
              <a:off x="2386862" y="10387259"/>
              <a:ext cx="3287210" cy="1581509"/>
              <a:chOff x="1334856" y="11059042"/>
              <a:chExt cx="3287210" cy="1581509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5F87B42-16AD-4745-A1E5-796BD65ED5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4856" y="11059042"/>
                <a:ext cx="3287210" cy="1581509"/>
              </a:xfrm>
              <a:prstGeom prst="rect">
                <a:avLst/>
              </a:prstGeom>
            </p:spPr>
          </p:pic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A7F8F38-C8AB-444F-8FA0-741A2BFA869C}"/>
                  </a:ext>
                </a:extLst>
              </p:cNvPr>
              <p:cNvSpPr/>
              <p:nvPr/>
            </p:nvSpPr>
            <p:spPr>
              <a:xfrm>
                <a:off x="1381125" y="11459119"/>
                <a:ext cx="3240941" cy="142875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469D161-9C3C-47A8-B2D3-F6C3F74E5D4B}"/>
                  </a:ext>
                </a:extLst>
              </p:cNvPr>
              <p:cNvSpPr/>
              <p:nvPr/>
            </p:nvSpPr>
            <p:spPr>
              <a:xfrm>
                <a:off x="1381125" y="12087769"/>
                <a:ext cx="3240941" cy="142875"/>
              </a:xfrm>
              <a:prstGeom prst="rect">
                <a:avLst/>
              </a:prstGeom>
              <a:noFill/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F1EE6BE-4D34-42B8-BBDE-35C18C027A6B}"/>
                </a:ext>
              </a:extLst>
            </p:cNvPr>
            <p:cNvGrpSpPr/>
            <p:nvPr/>
          </p:nvGrpSpPr>
          <p:grpSpPr>
            <a:xfrm>
              <a:off x="3317525" y="9316746"/>
              <a:ext cx="2356547" cy="1058174"/>
              <a:chOff x="1586345" y="9212989"/>
              <a:chExt cx="2356547" cy="1058174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90EDFCD-189A-45B5-AA4A-9FDC754D42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4806" y="9212989"/>
                <a:ext cx="2338086" cy="1058174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7665ED4-536D-4761-8224-3905EBEDEEBA}"/>
                  </a:ext>
                </a:extLst>
              </p:cNvPr>
              <p:cNvSpPr/>
              <p:nvPr/>
            </p:nvSpPr>
            <p:spPr>
              <a:xfrm>
                <a:off x="1586345" y="9609803"/>
                <a:ext cx="2338086" cy="142875"/>
              </a:xfrm>
              <a:prstGeom prst="rect">
                <a:avLst/>
              </a:prstGeom>
              <a:noFill/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5A6C60D0-6167-4A30-8C31-956D8737D565}"/>
                </a:ext>
              </a:extLst>
            </p:cNvPr>
            <p:cNvCxnSpPr>
              <a:stCxn id="44" idx="3"/>
              <a:endCxn id="45" idx="3"/>
            </p:cNvCxnSpPr>
            <p:nvPr/>
          </p:nvCxnSpPr>
          <p:spPr>
            <a:xfrm flipH="1" flipV="1">
              <a:off x="5655611" y="9784998"/>
              <a:ext cx="18461" cy="1702426"/>
            </a:xfrm>
            <a:prstGeom prst="curvedConnector3">
              <a:avLst>
                <a:gd name="adj1" fmla="val -1238286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686DBFD-C6FA-4EC3-8B9F-8AA58EBB8F82}"/>
                </a:ext>
              </a:extLst>
            </p:cNvPr>
            <p:cNvGrpSpPr/>
            <p:nvPr/>
          </p:nvGrpSpPr>
          <p:grpSpPr>
            <a:xfrm>
              <a:off x="5110195" y="12367268"/>
              <a:ext cx="2152891" cy="2674189"/>
              <a:chOff x="7150276" y="12378390"/>
              <a:chExt cx="2152891" cy="267418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CE3A9BC-04CA-4DB3-854A-EDC6D933F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50276" y="12378390"/>
                <a:ext cx="2152891" cy="2674189"/>
              </a:xfrm>
              <a:prstGeom prst="rect">
                <a:avLst/>
              </a:prstGeom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B4ADD9F-9D19-4059-B391-1903F4001EAC}"/>
                  </a:ext>
                </a:extLst>
              </p:cNvPr>
              <p:cNvSpPr/>
              <p:nvPr/>
            </p:nvSpPr>
            <p:spPr>
              <a:xfrm>
                <a:off x="7216775" y="12734925"/>
                <a:ext cx="1993899" cy="1428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D20E637-5DCE-4324-9E10-237A3C7DC8B7}"/>
                  </a:ext>
                </a:extLst>
              </p:cNvPr>
              <p:cNvSpPr/>
              <p:nvPr/>
            </p:nvSpPr>
            <p:spPr>
              <a:xfrm>
                <a:off x="7221009" y="13969726"/>
                <a:ext cx="1993899" cy="1428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32D907F-0BCC-46B5-BF39-54F8ACCB91A5}"/>
                </a:ext>
              </a:extLst>
            </p:cNvPr>
            <p:cNvGrpSpPr/>
            <p:nvPr/>
          </p:nvGrpSpPr>
          <p:grpSpPr>
            <a:xfrm>
              <a:off x="4521754" y="15026178"/>
              <a:ext cx="3032567" cy="1846053"/>
              <a:chOff x="6697440" y="9868384"/>
              <a:chExt cx="3032567" cy="184605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5D0C30E-0CFE-44B3-AD18-FBB35BE69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97440" y="9868384"/>
                <a:ext cx="3032567" cy="1846053"/>
              </a:xfrm>
              <a:prstGeom prst="rect">
                <a:avLst/>
              </a:prstGeom>
            </p:spPr>
          </p:pic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6264405-62C3-4426-9B0F-39C455C24CC6}"/>
                  </a:ext>
                </a:extLst>
              </p:cNvPr>
              <p:cNvSpPr/>
              <p:nvPr/>
            </p:nvSpPr>
            <p:spPr>
              <a:xfrm>
                <a:off x="6800850" y="10271163"/>
                <a:ext cx="2898775" cy="1428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cxnSp>
          <p:nvCxnSpPr>
            <p:cNvPr id="52" name="Connector: Curved 51">
              <a:extLst>
                <a:ext uri="{FF2B5EF4-FFF2-40B4-BE49-F238E27FC236}">
                  <a16:creationId xmlns:a16="http://schemas.microsoft.com/office/drawing/2014/main" id="{343DC4C4-5B6E-4C14-9FE8-6771DFB7EA31}"/>
                </a:ext>
              </a:extLst>
            </p:cNvPr>
            <p:cNvCxnSpPr>
              <a:stCxn id="49" idx="1"/>
              <a:endCxn id="50" idx="1"/>
            </p:cNvCxnSpPr>
            <p:nvPr/>
          </p:nvCxnSpPr>
          <p:spPr>
            <a:xfrm rot="10800000" flipV="1">
              <a:off x="4625164" y="14030041"/>
              <a:ext cx="555764" cy="1470353"/>
            </a:xfrm>
            <a:prstGeom prst="curvedConnector3">
              <a:avLst>
                <a:gd name="adj1" fmla="val 141133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5913E35-23EA-424F-91BA-2124EC22DB97}"/>
                </a:ext>
              </a:extLst>
            </p:cNvPr>
            <p:cNvGrpSpPr/>
            <p:nvPr/>
          </p:nvGrpSpPr>
          <p:grpSpPr>
            <a:xfrm>
              <a:off x="7256498" y="9488741"/>
              <a:ext cx="2592167" cy="1052423"/>
              <a:chOff x="12217478" y="9609803"/>
              <a:chExt cx="2592167" cy="1052423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B67B63C-5906-46ED-A220-0C665456F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40065" y="9609803"/>
                <a:ext cx="2569580" cy="1052423"/>
              </a:xfrm>
              <a:prstGeom prst="rect">
                <a:avLst/>
              </a:prstGeom>
            </p:spPr>
          </p:pic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0FE7E78-8404-49D2-86C2-00941F19C44D}"/>
                  </a:ext>
                </a:extLst>
              </p:cNvPr>
              <p:cNvSpPr/>
              <p:nvPr/>
            </p:nvSpPr>
            <p:spPr>
              <a:xfrm>
                <a:off x="12217478" y="9949451"/>
                <a:ext cx="2581055" cy="142875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4665796-B9C6-4207-925C-71BBC1058438}"/>
                </a:ext>
              </a:extLst>
            </p:cNvPr>
            <p:cNvGrpSpPr/>
            <p:nvPr/>
          </p:nvGrpSpPr>
          <p:grpSpPr>
            <a:xfrm>
              <a:off x="7152226" y="10635898"/>
              <a:ext cx="2685327" cy="1587260"/>
              <a:chOff x="12124318" y="11412682"/>
              <a:chExt cx="2685327" cy="158726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460CD4A-B0A8-4F38-9C1E-37A1854C0F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124318" y="11412682"/>
                <a:ext cx="2685327" cy="1587260"/>
              </a:xfrm>
              <a:prstGeom prst="rect">
                <a:avLst/>
              </a:prstGeom>
            </p:spPr>
          </p:pic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C1DF553-D088-4B0D-91EB-F6175315E410}"/>
                  </a:ext>
                </a:extLst>
              </p:cNvPr>
              <p:cNvSpPr/>
              <p:nvPr/>
            </p:nvSpPr>
            <p:spPr>
              <a:xfrm>
                <a:off x="12184283" y="11681521"/>
                <a:ext cx="2581055" cy="14287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2E205F5-094E-46F0-A82A-0693659A9A60}"/>
                  </a:ext>
                </a:extLst>
              </p:cNvPr>
              <p:cNvSpPr/>
              <p:nvPr/>
            </p:nvSpPr>
            <p:spPr>
              <a:xfrm>
                <a:off x="12184283" y="12226435"/>
                <a:ext cx="2581055" cy="142875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720"/>
              </a:p>
            </p:txBody>
          </p:sp>
        </p:grpSp>
        <p:cxnSp>
          <p:nvCxnSpPr>
            <p:cNvPr id="57" name="Connector: Curved 56">
              <a:extLst>
                <a:ext uri="{FF2B5EF4-FFF2-40B4-BE49-F238E27FC236}">
                  <a16:creationId xmlns:a16="http://schemas.microsoft.com/office/drawing/2014/main" id="{AF45BA68-C9A5-4243-B045-74EBDFC70042}"/>
                </a:ext>
              </a:extLst>
            </p:cNvPr>
            <p:cNvCxnSpPr>
              <a:cxnSpLocks/>
              <a:stCxn id="55" idx="1"/>
              <a:endCxn id="54" idx="1"/>
            </p:cNvCxnSpPr>
            <p:nvPr/>
          </p:nvCxnSpPr>
          <p:spPr>
            <a:xfrm rot="10800000" flipH="1">
              <a:off x="7212190" y="9899827"/>
              <a:ext cx="44307" cy="1621262"/>
            </a:xfrm>
            <a:prstGeom prst="curvedConnector3">
              <a:avLst>
                <a:gd name="adj1" fmla="val -515946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0600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Pulido Quetglas</dc:creator>
  <cp:lastModifiedBy>Carlos Pulido Quetglas</cp:lastModifiedBy>
  <cp:revision>3</cp:revision>
  <dcterms:created xsi:type="dcterms:W3CDTF">2022-07-12T12:41:46Z</dcterms:created>
  <dcterms:modified xsi:type="dcterms:W3CDTF">2022-07-12T13:02:19Z</dcterms:modified>
</cp:coreProperties>
</file>